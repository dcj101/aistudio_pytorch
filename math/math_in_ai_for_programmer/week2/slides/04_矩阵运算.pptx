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10"/>
  </p:notesMasterIdLst>
  <p:sldIdLst>
    <p:sldId id="299" r:id="rId3"/>
    <p:sldId id="256" r:id="rId4"/>
    <p:sldId id="311" r:id="rId5"/>
    <p:sldId id="315" r:id="rId6"/>
    <p:sldId id="318" r:id="rId7"/>
    <p:sldId id="312" r:id="rId8"/>
    <p:sldId id="314" r:id="rId9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074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289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3" autoAdjust="0"/>
    <p:restoredTop sz="99500" autoAdjust="0"/>
  </p:normalViewPr>
  <p:slideViewPr>
    <p:cSldViewPr>
      <p:cViewPr varScale="1">
        <p:scale>
          <a:sx n="128" d="100"/>
          <a:sy n="128" d="100"/>
        </p:scale>
        <p:origin x="318" y="126"/>
      </p:cViewPr>
      <p:guideLst>
        <p:guide orient="horz" pos="713"/>
        <p:guide pos="2880"/>
        <p:guide orient="horz" pos="2074"/>
        <p:guide pos="612"/>
        <p:guide pos="839"/>
        <p:guide orient="horz" pos="2754"/>
        <p:guide orient="horz" pos="289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2024/6/29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358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633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078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709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6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6852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7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169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2024/6/29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2024/6/29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2024/6/29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2024/6/29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2024/6/29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2024/6/29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线性代数：矩阵的进阶运算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/>
          <p:cNvSpPr>
            <a:spLocks/>
          </p:cNvSpPr>
          <p:nvPr/>
        </p:nvSpPr>
        <p:spPr>
          <a:xfrm>
            <a:off x="525549" y="32472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稀疏矩阵</a:t>
            </a:r>
            <a:endParaRPr lang="zh-CN" altLang="en-US" sz="200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>
            <a:off x="525549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矩阵运算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2171342" y="577890"/>
            <a:ext cx="4801314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线性代数：矩阵的进阶运算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9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张量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3F7FDE9D-3419-1FCB-974B-054A006BCE8E}"/>
              </a:ext>
            </a:extLst>
          </p:cNvPr>
          <p:cNvSpPr>
            <a:spLocks/>
          </p:cNvSpPr>
          <p:nvPr/>
        </p:nvSpPr>
        <p:spPr>
          <a:xfrm>
            <a:off x="525548" y="236974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行列式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423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/>
          <p:cNvSpPr>
            <a:spLocks/>
          </p:cNvSpPr>
          <p:nvPr/>
        </p:nvSpPr>
        <p:spPr>
          <a:xfrm>
            <a:off x="525549" y="236974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逆矩阵</a:t>
            </a:r>
            <a:endParaRPr lang="zh-CN" altLang="en-US" sz="200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>
            <a:off x="525549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矩阵的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转置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>
            <a:off x="525549" y="32472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矩阵的迹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710226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矩阵运算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9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矩阵的秩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191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/>
          <p:cNvSpPr>
            <a:spLocks/>
          </p:cNvSpPr>
          <p:nvPr/>
        </p:nvSpPr>
        <p:spPr>
          <a:xfrm>
            <a:off x="525549" y="215036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用行列式解线性方程组</a:t>
            </a:r>
            <a:endParaRPr lang="zh-CN" altLang="en-US" sz="200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>
            <a:off x="525549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行列式的直观理解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902587" y="577890"/>
            <a:ext cx="1338828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行列式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804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39552" y="2371695"/>
            <a:ext cx="7934883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1" algn="ctr"/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行列式是矩阵所有特征值的乘积</a:t>
            </a: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902587" y="577890"/>
            <a:ext cx="1338828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行列式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E8FA0C6F-38DE-9A43-D31C-275DC0EAC096}"/>
              </a:ext>
            </a:extLst>
          </p:cNvPr>
          <p:cNvSpPr>
            <a:spLocks/>
          </p:cNvSpPr>
          <p:nvPr/>
        </p:nvSpPr>
        <p:spPr>
          <a:xfrm>
            <a:off x="539552" y="2892365"/>
            <a:ext cx="7934883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1" algn="ctr"/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行列式是矩阵变换后图形区域与原图形区域大小的比值</a:t>
            </a:r>
          </a:p>
        </p:txBody>
      </p:sp>
    </p:spTree>
    <p:extLst>
      <p:ext uri="{BB962C8B-B14F-4D97-AF65-F5344CB8AC3E}">
        <p14:creationId xmlns:p14="http://schemas.microsoft.com/office/powerpoint/2010/main" val="1964814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/>
          <p:cNvSpPr>
            <a:spLocks/>
          </p:cNvSpPr>
          <p:nvPr/>
        </p:nvSpPr>
        <p:spPr>
          <a:xfrm>
            <a:off x="525549" y="280848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稀疏矩阵的问题</a:t>
            </a:r>
            <a:endParaRPr lang="zh-CN" altLang="en-US" sz="200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>
            <a:off x="525549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机器学习中稀疏矩阵的应用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710226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稀疏矩阵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9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解决稀疏矩阵问题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168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/>
          <p:cNvSpPr>
            <a:spLocks/>
          </p:cNvSpPr>
          <p:nvPr/>
        </p:nvSpPr>
        <p:spPr>
          <a:xfrm>
            <a:off x="525549" y="280848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张量加减乘除</a:t>
            </a:r>
            <a:endParaRPr lang="zh-CN" altLang="en-US" sz="200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>
            <a:off x="525549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Tensor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和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TensorFlow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4094948" y="577890"/>
            <a:ext cx="954107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张量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9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张量积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904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3" grpId="0"/>
    </p:bldLst>
  </p:timing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29409</TotalTime>
  <Words>84</Words>
  <Application>Microsoft Office PowerPoint</Application>
  <PresentationFormat>On-screen Show (16:9)</PresentationFormat>
  <Paragraphs>31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微软雅黑</vt:lpstr>
      <vt:lpstr>Arial</vt:lpstr>
      <vt:lpstr>Calibri</vt:lpstr>
      <vt:lpstr>Wingdings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72</cp:revision>
  <dcterms:created xsi:type="dcterms:W3CDTF">2016-04-25T01:54:29Z</dcterms:created>
  <dcterms:modified xsi:type="dcterms:W3CDTF">2024-07-03T09:20:57Z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