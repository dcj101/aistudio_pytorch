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7"/>
  </p:notesMasterIdLst>
  <p:sldIdLst>
    <p:sldId id="324" r:id="rId3"/>
    <p:sldId id="256" r:id="rId4"/>
    <p:sldId id="332" r:id="rId5"/>
    <p:sldId id="333" r:id="rId6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074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289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3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270" y="114"/>
      </p:cViewPr>
      <p:guideLst>
        <p:guide orient="horz" pos="713"/>
        <p:guide pos="2880"/>
        <p:guide orient="horz" pos="2074"/>
        <p:guide pos="612"/>
        <p:guide pos="839"/>
        <p:guide orient="horz" pos="2754"/>
        <p:guide orient="horz" pos="289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2024/9/10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358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876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655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2024/9/10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2024/9/10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2024/9/10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2024/9/10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2024/9/10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2024/9/10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实践：神经网络处理多分类问题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037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回归问题与分类问题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1786620" y="577890"/>
            <a:ext cx="5570756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实践：神经网络处理多分类问题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梯度下降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80848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神经网络结构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423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激活函数：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sigmoid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1786620" y="577890"/>
            <a:ext cx="5570756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实践：神经网络处理多分类问题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 err="1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softmax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-cross-entropy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的偏导数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3F7FDE9D-3419-1FCB-974B-054A006BCE8E}"/>
              </a:ext>
            </a:extLst>
          </p:cNvPr>
          <p:cNvSpPr>
            <a:spLocks/>
          </p:cNvSpPr>
          <p:nvPr/>
        </p:nvSpPr>
        <p:spPr>
          <a:xfrm>
            <a:off x="525548" y="32472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损失函数：交叉熵 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cross-entropy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36974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激活函数：</a:t>
            </a:r>
            <a:r>
              <a:rPr lang="en-US" altLang="zh-CN" sz="2000" dirty="0" err="1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softmax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542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数据标准化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1786620" y="577890"/>
            <a:ext cx="5570756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实践：神经网络处理多分类问题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代码分析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3F7FDE9D-3419-1FCB-974B-054A006BCE8E}"/>
              </a:ext>
            </a:extLst>
          </p:cNvPr>
          <p:cNvSpPr>
            <a:spLocks/>
          </p:cNvSpPr>
          <p:nvPr/>
        </p:nvSpPr>
        <p:spPr>
          <a:xfrm>
            <a:off x="525548" y="32472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独热编码 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one-hot encoding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36974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训练数据，测试数据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030400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49941</TotalTime>
  <Words>67</Words>
  <Application>Microsoft Office PowerPoint</Application>
  <PresentationFormat>On-screen Show (16:9)</PresentationFormat>
  <Paragraphs>18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微软雅黑</vt:lpstr>
      <vt:lpstr>Arial</vt:lpstr>
      <vt:lpstr>Calibri</vt:lpstr>
      <vt:lpstr>Wingdings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97</cp:revision>
  <dcterms:created xsi:type="dcterms:W3CDTF">2016-04-25T01:54:29Z</dcterms:created>
  <dcterms:modified xsi:type="dcterms:W3CDTF">2024-09-12T16:30:50Z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