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26" r:id="rId5"/>
    <p:sldId id="327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EECC-7A40-1CDA-AB5B-9AD2B34C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44030749-7558-EEB9-1C37-6A0D91FAD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C19F28E6-9D25-6064-798D-23EDE7C90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EB55E1C-3B70-5DED-82F9-5732D578A4B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35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0C59-1211-ADF9-EE92-DC89C7A42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DDAC1D74-54D0-A298-7B9E-3E0392A86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66D61FD-66E0-3BFB-236A-F8B44C8AD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F3FA056-3EE2-FBAE-06D5-BCDB3013EF7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43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练习：自动微分框架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576949" y="577890"/>
            <a:ext cx="399019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自动微分框架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创建一个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pytorch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张量，定义一个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sigmoid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函数，并用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pytorch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计算这个函数的梯度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0BD9-D93B-B1B1-C939-2AD73697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00B57A9-6F36-5DA5-3D56-F1922D340F54}"/>
              </a:ext>
            </a:extLst>
          </p:cNvPr>
          <p:cNvSpPr>
            <a:spLocks/>
          </p:cNvSpPr>
          <p:nvPr/>
        </p:nvSpPr>
        <p:spPr>
          <a:xfrm>
            <a:off x="2192237" y="577890"/>
            <a:ext cx="475963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中的计算图与张量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F463B-1A7F-9CC8-9D41-2BC225456DC7}"/>
              </a:ext>
            </a:extLst>
          </p:cNvPr>
          <p:cNvSpPr txBox="1"/>
          <p:nvPr/>
        </p:nvSpPr>
        <p:spPr>
          <a:xfrm>
            <a:off x="899592" y="1419622"/>
            <a:ext cx="7272858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创建函数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y = x ** 2</a:t>
            </a:r>
          </a:p>
          <a:p>
            <a:pPr>
              <a:lnSpc>
                <a:spcPct val="150000"/>
              </a:lnSpc>
            </a:pPr>
            <a:r>
              <a:rPr lang="es-E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z = 3 * y + 1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张量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x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的值是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2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，计算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x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的梯度；实验尝试修改</a:t>
            </a:r>
            <a:r>
              <a:rPr lang="en-US" altLang="zh-CN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z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的值，会影响梯度计算吗？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6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582B2-DC54-C759-7556-E181FC4E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0D007D7F-956E-4CF1-A639-E96DE385D583}"/>
              </a:ext>
            </a:extLst>
          </p:cNvPr>
          <p:cNvSpPr>
            <a:spLocks/>
          </p:cNvSpPr>
          <p:nvPr/>
        </p:nvSpPr>
        <p:spPr>
          <a:xfrm>
            <a:off x="2576959" y="577890"/>
            <a:ext cx="399019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中梯度的累加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AC3DCC-4201-C193-740E-903A57C1B70C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967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对于向量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 创建函数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20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循环</a:t>
                </a:r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5</a:t>
                </a:r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次，计算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rPr>
                  <a:t>的梯度</a:t>
                </a:r>
                <a:endParaRPr lang="en-US" altLang="zh-CN" sz="20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AC3DCC-4201-C193-740E-903A57C1B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967188"/>
              </a:xfrm>
              <a:prstGeom prst="rect">
                <a:avLst/>
              </a:prstGeom>
              <a:blipFill>
                <a:blip r:embed="rId3"/>
                <a:stretch>
                  <a:fillRect l="-922" b="-10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67117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34917</TotalTime>
  <Words>113</Words>
  <Application>Microsoft Office PowerPoint</Application>
  <PresentationFormat>On-screen Show (16:9)</PresentationFormat>
  <Paragraphs>14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70</cp:revision>
  <dcterms:created xsi:type="dcterms:W3CDTF">2016-04-25T01:54:29Z</dcterms:created>
  <dcterms:modified xsi:type="dcterms:W3CDTF">2025-02-04T17:21:38Z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