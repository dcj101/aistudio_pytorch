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9"/>
  </p:notesMasterIdLst>
  <p:sldIdLst>
    <p:sldId id="324" r:id="rId3"/>
    <p:sldId id="335" r:id="rId4"/>
    <p:sldId id="256" r:id="rId5"/>
    <p:sldId id="336" r:id="rId6"/>
    <p:sldId id="337" r:id="rId7"/>
    <p:sldId id="334" r:id="rId8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2024/9/18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261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958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779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045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实践：用链式法则进行自动微分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为什么自动微分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786620" y="577890"/>
            <a:ext cx="557075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实践：用链式法则进行自动微分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和它的自动微分工具：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autograd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自动微分的过程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代码实现自动微分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9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数值微分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71346" y="577890"/>
            <a:ext cx="480131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自动微分：为什么自动微分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符号微分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自动微分的原理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133150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自动微分：过程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例子：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softmax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+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交叉熵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前向传导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6C49F805-C27E-B7FC-661E-A00DB0976699}"/>
              </a:ext>
            </a:extLst>
          </p:cNvPr>
          <p:cNvSpPr>
            <a:spLocks/>
          </p:cNvSpPr>
          <p:nvPr/>
        </p:nvSpPr>
        <p:spPr>
          <a:xfrm>
            <a:off x="509923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后向传导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35B31943-9CD8-CEE0-6D42-5B0EAABC4814}"/>
              </a:ext>
            </a:extLst>
          </p:cNvPr>
          <p:cNvSpPr>
            <a:spLocks/>
          </p:cNvSpPr>
          <p:nvPr/>
        </p:nvSpPr>
        <p:spPr>
          <a:xfrm>
            <a:off x="578721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计算图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12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定义原子操作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748432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自动微分：代码实现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训练和结果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sklearn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dataset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以及训练数据准备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6C49F805-C27E-B7FC-661E-A00DB0976699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自动微分应用到多分类模型中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80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为什么是</a:t>
            </a: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760974" y="577890"/>
            <a:ext cx="562205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自动微分：</a:t>
            </a:r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pytorch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</a:t>
            </a:r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autograd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pytorch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tensor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grad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138238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49964</TotalTime>
  <Words>111</Words>
  <Application>Microsoft Office PowerPoint</Application>
  <PresentationFormat>On-screen Show (16:9)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98</cp:revision>
  <dcterms:created xsi:type="dcterms:W3CDTF">2016-04-25T01:54:29Z</dcterms:created>
  <dcterms:modified xsi:type="dcterms:W3CDTF">2024-09-18T04:10:35Z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