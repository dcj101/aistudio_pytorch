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0"/>
  </p:notesMasterIdLst>
  <p:sldIdLst>
    <p:sldId id="299" r:id="rId3"/>
    <p:sldId id="325" r:id="rId4"/>
    <p:sldId id="330" r:id="rId5"/>
    <p:sldId id="331" r:id="rId6"/>
    <p:sldId id="332" r:id="rId7"/>
    <p:sldId id="333" r:id="rId8"/>
    <p:sldId id="334" r:id="rId9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2025/1/20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5AE9E-DF66-0A49-393F-6ED714D5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42EC29DD-4E93-41FE-6B31-7DF32698F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1CA79D8-C43D-53C3-6994-B429F1264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951A8E6C-E237-8C25-F4F3-7EBA3BDD87D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310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649F-E8E5-5B86-0873-BEEAEB23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263B545-70DF-FE41-18BD-FD593C05D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8DEB2787-B2E6-65B6-BF61-1E3F50F4E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1D4E2A4C-8517-6722-81D5-EC5C45255B70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39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6F69-C24C-853C-4AB5-B729182C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F92172DA-5204-1FF3-0FF2-E70CFABB5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44E9E03C-7F73-FBB8-6A82-69F7B12CD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F81E3113-15AB-C3C1-CD11-39366A944C4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260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AA21-74FF-739A-6860-5CFB184E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62DC3AB-6F7E-56F4-56C7-0F8DF5B9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E8A2B14F-EC55-78F6-A834-472693CB1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FEEAA4B-87E0-60AF-D6ED-F64D56973B2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230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0BF5-D6F7-78DC-5378-8DF44173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123B097-98B2-768B-2CF1-818BD95AA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9606F522-D015-BF45-EF9C-9E4B884D0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B09151A5-915E-7D3F-E67E-DB37168AE781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50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分解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517873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方差的计算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从市场上抽取用户对某品牌商品满意度的调查结果如下，打分从</a:t>
            </a:r>
            <a:r>
              <a:rPr lang="en-US" altLang="zh-CN" dirty="0"/>
              <a:t>0-10</a:t>
            </a:r>
            <a:r>
              <a:rPr lang="zh-CN" altLang="en-US" dirty="0"/>
              <a:t>分，</a:t>
            </a:r>
            <a:r>
              <a:rPr lang="en-US" altLang="zh-CN" dirty="0"/>
              <a:t>0</a:t>
            </a:r>
            <a:r>
              <a:rPr lang="zh-CN" altLang="en-US" dirty="0"/>
              <a:t>是非常不满意，</a:t>
            </a:r>
            <a:r>
              <a:rPr lang="en-US" altLang="zh-CN" dirty="0"/>
              <a:t>10</a:t>
            </a:r>
            <a:r>
              <a:rPr lang="zh-CN" altLang="en-US" dirty="0"/>
              <a:t>是非常满意，算出这组满意度的方差，并用</a:t>
            </a:r>
            <a:r>
              <a:rPr lang="en-US" altLang="zh-CN" dirty="0" err="1"/>
              <a:t>numpy</a:t>
            </a:r>
            <a:r>
              <a:rPr lang="zh-CN" altLang="en-US" dirty="0"/>
              <a:t>验证结果：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[8, 9, 7, 9, 6, 3, 10, 9, 5, 5, 8, 9]</a:t>
            </a:r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BED3-D8B4-0921-C2E5-618D0B89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68D4DF27-49FF-1DE8-CC71-A1769F8A571D}"/>
              </a:ext>
            </a:extLst>
          </p:cNvPr>
          <p:cNvSpPr>
            <a:spLocks/>
          </p:cNvSpPr>
          <p:nvPr/>
        </p:nvSpPr>
        <p:spPr>
          <a:xfrm>
            <a:off x="3325513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向量的中心化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A3FF8-5172-42DE-CDBF-E990DF374C31}"/>
              </a:ext>
            </a:extLst>
          </p:cNvPr>
          <p:cNvSpPr txBox="1"/>
          <p:nvPr/>
        </p:nvSpPr>
        <p:spPr>
          <a:xfrm>
            <a:off x="899592" y="1419622"/>
            <a:ext cx="7272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手工对向量</a:t>
            </a:r>
            <a:r>
              <a:rPr lang="en-US" altLang="zh-CN" dirty="0"/>
              <a:t>[8, 9, 7, 9, 6, 3, 10, 9, 5, 5, 8, 9]</a:t>
            </a:r>
            <a:r>
              <a:rPr lang="zh-CN" altLang="en-US" dirty="0"/>
              <a:t>进行中心化，并用</a:t>
            </a:r>
            <a:r>
              <a:rPr lang="en-US" altLang="zh-CN" dirty="0" err="1"/>
              <a:t>numpy</a:t>
            </a:r>
            <a:r>
              <a:rPr lang="zh-CN" altLang="en-US" dirty="0"/>
              <a:t>验证结果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613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4FD1-FCD8-BF1C-F340-36B7CA7C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41A310EE-513F-7DA2-BE54-E76AEE43DECB}"/>
              </a:ext>
            </a:extLst>
          </p:cNvPr>
          <p:cNvSpPr>
            <a:spLocks/>
          </p:cNvSpPr>
          <p:nvPr/>
        </p:nvSpPr>
        <p:spPr>
          <a:xfrm>
            <a:off x="3517874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协方差矩阵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4A720-0F91-F5DF-FE05-F1B557E24807}"/>
              </a:ext>
            </a:extLst>
          </p:cNvPr>
          <p:cNvSpPr txBox="1"/>
          <p:nvPr/>
        </p:nvSpPr>
        <p:spPr>
          <a:xfrm>
            <a:off x="899592" y="1419622"/>
            <a:ext cx="7272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从市场上抽取用户对两个品牌商品满意度的调查结果如下，对数据进行中心化，算出两组数据的协方差矩阵，并用</a:t>
            </a:r>
            <a:r>
              <a:rPr lang="en-US" altLang="zh-CN" dirty="0" err="1"/>
              <a:t>Numpy</a:t>
            </a:r>
            <a:r>
              <a:rPr lang="zh-CN" altLang="en-US" dirty="0"/>
              <a:t>进行验证：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品牌一：</a:t>
            </a:r>
            <a:r>
              <a:rPr lang="en-US" altLang="zh-CN" dirty="0"/>
              <a:t>[8, 9, 7, 9, 6, 3, 10, 9, 5, 5, 8, 9]</a:t>
            </a:r>
          </a:p>
          <a:p>
            <a:r>
              <a:rPr lang="zh-CN" altLang="en-US" dirty="0"/>
              <a:t>品牌二：</a:t>
            </a:r>
            <a:r>
              <a:rPr lang="en-US" altLang="zh-CN" dirty="0"/>
              <a:t>[7, 7, 6, 5, 5, 3, 7, 8, 6, 2, 3, 6]</a:t>
            </a:r>
          </a:p>
        </p:txBody>
      </p:sp>
    </p:spTree>
    <p:extLst>
      <p:ext uri="{BB962C8B-B14F-4D97-AF65-F5344CB8AC3E}">
        <p14:creationId xmlns:p14="http://schemas.microsoft.com/office/powerpoint/2010/main" val="336534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6AFE-2A9F-9968-A2C4-E39FD20A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6C80A90E-B34C-91AC-1D04-A961CB85C8E0}"/>
              </a:ext>
            </a:extLst>
          </p:cNvPr>
          <p:cNvSpPr>
            <a:spLocks/>
          </p:cNvSpPr>
          <p:nvPr/>
        </p:nvSpPr>
        <p:spPr>
          <a:xfrm>
            <a:off x="3101897" y="577890"/>
            <a:ext cx="294022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性质的理解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D5421-4715-1688-0E3B-2B34F0325D46}"/>
              </a:ext>
            </a:extLst>
          </p:cNvPr>
          <p:cNvSpPr txBox="1"/>
          <p:nvPr/>
        </p:nvSpPr>
        <p:spPr>
          <a:xfrm>
            <a:off x="899592" y="1419622"/>
            <a:ext cx="7272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编写一段</a:t>
            </a:r>
            <a:r>
              <a:rPr lang="en-US" altLang="zh-CN" dirty="0"/>
              <a:t>python</a:t>
            </a:r>
            <a:r>
              <a:rPr lang="zh-CN" altLang="en-US" dirty="0"/>
              <a:t>代码，利用</a:t>
            </a:r>
            <a:r>
              <a:rPr lang="en-US" altLang="zh-CN" dirty="0" err="1"/>
              <a:t>sklearn.decomposition.PCA</a:t>
            </a:r>
            <a:r>
              <a:rPr lang="zh-CN" altLang="en-US" dirty="0"/>
              <a:t>来对</a:t>
            </a:r>
            <a:r>
              <a:rPr lang="en-US" altLang="zh-CN" dirty="0"/>
              <a:t>seeds_dataset.txt</a:t>
            </a:r>
            <a:r>
              <a:rPr lang="zh-CN" altLang="en-US" dirty="0"/>
              <a:t>文件里面的种子数据进行</a:t>
            </a:r>
            <a:r>
              <a:rPr lang="en-US" altLang="zh-CN" dirty="0"/>
              <a:t>PCA</a:t>
            </a:r>
            <a:r>
              <a:rPr lang="zh-CN" altLang="en-US" dirty="0"/>
              <a:t>分解，只保留</a:t>
            </a:r>
            <a:r>
              <a:rPr lang="en-US" altLang="zh-CN" dirty="0"/>
              <a:t>2</a:t>
            </a:r>
            <a:r>
              <a:rPr lang="zh-CN" altLang="en-US" dirty="0"/>
              <a:t>个主成分，将数据映射到主成构成的坐标系统里面，以散点图的形式展示出来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2626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8DBC-62A7-0213-A539-A59DD1CF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3BBA0258-FA09-C831-8F3C-F1F430C0A932}"/>
              </a:ext>
            </a:extLst>
          </p:cNvPr>
          <p:cNvSpPr>
            <a:spLocks/>
          </p:cNvSpPr>
          <p:nvPr/>
        </p:nvSpPr>
        <p:spPr>
          <a:xfrm>
            <a:off x="3117125" y="577890"/>
            <a:ext cx="290977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分解的过程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935B0-3B8E-2932-D121-8E429698AF3A}"/>
              </a:ext>
            </a:extLst>
          </p:cNvPr>
          <p:cNvSpPr txBox="1"/>
          <p:nvPr/>
        </p:nvSpPr>
        <p:spPr>
          <a:xfrm>
            <a:off x="899592" y="1419622"/>
            <a:ext cx="7272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写一段</a:t>
            </a:r>
            <a:r>
              <a:rPr lang="en-US" altLang="zh-CN" dirty="0"/>
              <a:t>python</a:t>
            </a:r>
            <a:r>
              <a:rPr lang="zh-CN" altLang="en-US" dirty="0"/>
              <a:t>代码，只调用</a:t>
            </a:r>
            <a:r>
              <a:rPr lang="en-US" altLang="zh-CN" dirty="0" err="1"/>
              <a:t>Numpy</a:t>
            </a:r>
            <a:r>
              <a:rPr lang="zh-CN" altLang="en-US" dirty="0"/>
              <a:t>实现对课堂中马的灰度图片进行</a:t>
            </a:r>
            <a:r>
              <a:rPr lang="en-US" altLang="zh-CN" dirty="0"/>
              <a:t>PCA</a:t>
            </a:r>
            <a:r>
              <a:rPr lang="zh-CN" altLang="en-US" dirty="0"/>
              <a:t>分解，再用前</a:t>
            </a:r>
            <a:r>
              <a:rPr lang="en-US" altLang="zh-CN" dirty="0"/>
              <a:t>60</a:t>
            </a:r>
            <a:r>
              <a:rPr lang="zh-CN" altLang="en-US" dirty="0"/>
              <a:t>个主成分还原原始图像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176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6DA78-6E3C-DCDE-36F4-E28CF8FAA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A966F0BD-8659-9B1E-E78A-7C79B1DBC072}"/>
              </a:ext>
            </a:extLst>
          </p:cNvPr>
          <p:cNvSpPr>
            <a:spLocks/>
          </p:cNvSpPr>
          <p:nvPr/>
        </p:nvSpPr>
        <p:spPr>
          <a:xfrm>
            <a:off x="2998504" y="577890"/>
            <a:ext cx="314701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PCA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性质的理解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B5B39-4AE1-DFE3-8CA6-A0FE8CA3C693}"/>
              </a:ext>
            </a:extLst>
          </p:cNvPr>
          <p:cNvSpPr txBox="1"/>
          <p:nvPr/>
        </p:nvSpPr>
        <p:spPr>
          <a:xfrm>
            <a:off x="899592" y="1419622"/>
            <a:ext cx="7272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对刚才马的灰度图片不同主成分所占的累积方差绘制折线图，以揭示不同主成分对整体图片信息密度的影响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6493343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27811</TotalTime>
  <Words>335</Words>
  <Application>Microsoft Office PowerPoint</Application>
  <PresentationFormat>On-screen Show (16:9)</PresentationFormat>
  <Paragraphs>24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56</cp:revision>
  <dcterms:created xsi:type="dcterms:W3CDTF">2016-04-25T01:54:29Z</dcterms:created>
  <dcterms:modified xsi:type="dcterms:W3CDTF">2025-01-21T06:25:31Z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