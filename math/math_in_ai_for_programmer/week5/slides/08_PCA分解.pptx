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9"/>
  </p:notesMasterIdLst>
  <p:sldIdLst>
    <p:sldId id="324" r:id="rId3"/>
    <p:sldId id="256" r:id="rId4"/>
    <p:sldId id="263" r:id="rId5"/>
    <p:sldId id="328" r:id="rId6"/>
    <p:sldId id="329" r:id="rId7"/>
    <p:sldId id="325" r:id="rId8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58" y="120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2024/8/2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5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560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827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987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573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PCA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主成分分析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主成分分析的直观理解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155311" y="577890"/>
            <a:ext cx="4833374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PCA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主成分分析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PCA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应用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PCA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的分解过程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协方差矩阵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F4DA23BE-F4CC-83A8-C641-F344C41F5066}"/>
              </a:ext>
            </a:extLst>
          </p:cNvPr>
          <p:cNvSpPr>
            <a:spLocks/>
          </p:cNvSpPr>
          <p:nvPr/>
        </p:nvSpPr>
        <p:spPr>
          <a:xfrm>
            <a:off x="525548" y="346660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PCA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主成分分析与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SVD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奇异值分解的关系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"/>
          <p:cNvSpPr>
            <a:spLocks/>
          </p:cNvSpPr>
          <p:nvPr/>
        </p:nvSpPr>
        <p:spPr>
          <a:xfrm>
            <a:off x="1691680" y="1602254"/>
            <a:ext cx="5955476" cy="193899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u="none" strike="noStrike" kern="10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Times New Roman" charset="0"/>
              </a:rPr>
              <a:t>PCA</a:t>
            </a:r>
            <a:r>
              <a:rPr lang="zh-CN" altLang="en-US" sz="3000" b="1" u="none" strike="noStrike" kern="10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Times New Roman" charset="0"/>
              </a:rPr>
              <a:t>的核心是</a:t>
            </a:r>
            <a:endParaRPr lang="en-US" altLang="zh-CN" sz="3000" b="1" u="none" strike="noStrike" kern="1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Times New Roman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u="none" strike="noStrike" kern="10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Times New Roman" charset="0"/>
              </a:rPr>
              <a:t>将原始数据投影到一个新的坐标上</a:t>
            </a:r>
            <a:endParaRPr lang="en-US" altLang="zh-CN" sz="3000" b="1" u="none" strike="noStrike" kern="1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Times New Roman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kern="100" dirty="0">
                <a:solidFill>
                  <a:srgbClr val="C9394A"/>
                </a:solidFill>
                <a:latin typeface="微软雅黑" charset="0"/>
                <a:ea typeface="微软雅黑" charset="0"/>
              </a:rPr>
              <a:t>使得</a:t>
            </a:r>
            <a:r>
              <a:rPr lang="zh-CN" altLang="en-US" sz="3000" b="1" u="none" strike="noStrike" kern="10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Times New Roman" charset="0"/>
              </a:rPr>
              <a:t>数据在这个新坐标</a:t>
            </a:r>
            <a:endParaRPr lang="en-US" altLang="zh-CN" sz="3000" b="1" u="none" strike="noStrike" kern="1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Times New Roman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1527175" algn="l"/>
              </a:tabLst>
            </a:pPr>
            <a:r>
              <a:rPr lang="zh-CN" altLang="en-US" sz="3000" b="1" u="none" strike="noStrike" kern="10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Times New Roman" charset="0"/>
              </a:rPr>
              <a:t>沿着方差最大的方向</a:t>
            </a:r>
            <a:endParaRPr lang="zh-CN" altLang="en-US" sz="1800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055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期望值、均值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517864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协方差矩阵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4060511"/>
                <a:ext cx="8565279" cy="528543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对中心化的数据矩阵</a:t>
                </a:r>
                <a:r>
                  <a:rPr lang="en-US" altLang="zh-CN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X</a:t>
                </a: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，为什么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𝛴</m:t>
                    </m:r>
                    <m:r>
                      <a:rPr lang="zh-CN" altLang="en-US" sz="200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f>
                      <m:f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Pr>
                      <m:num>
                        <m:r>
                          <a:rPr lang="zh-CN" altLang="en-US" sz="200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1</m:t>
                        </m:r>
                      </m:num>
                      <m:den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𝑛</m:t>
                        </m:r>
                        <m:r>
                          <a:rPr lang="zh-CN" altLang="en-US" sz="2000" i="0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sSupPr>
                      <m:e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𝑋</m:t>
                        </m:r>
                      </m:e>
                      <m:sup>
                        <m:r>
                          <a:rPr lang="zh-CN" altLang="en-US" sz="2000" i="1" dirty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𝑇</m:t>
                        </m:r>
                      </m:sup>
                    </m:sSup>
                    <m:r>
                      <a:rPr lang="zh-CN" altLang="en-US" sz="2000" i="1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𝑋</m:t>
                    </m:r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4060511"/>
                <a:ext cx="8565279" cy="528543"/>
              </a:xfrm>
              <a:prstGeom prst="rect">
                <a:avLst/>
              </a:prstGeom>
              <a:blipFill>
                <a:blip r:embed="rId3"/>
                <a:stretch>
                  <a:fillRect b="-8046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协方差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方差、标准差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">
                <a:extLst>
                  <a:ext uri="{FF2B5EF4-FFF2-40B4-BE49-F238E27FC236}">
                    <a16:creationId xmlns:a16="http://schemas.microsoft.com/office/drawing/2014/main" id="{F4DA23BE-F4CC-83A8-C641-F344C41F506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8" y="3466607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协方差矩阵</a:t>
                </a:r>
                <a14:m>
                  <m:oMath xmlns:m="http://schemas.openxmlformats.org/officeDocument/2006/math">
                    <m:r>
                      <a:rPr lang="zh-CN" altLang="en-US" sz="2000" dirty="0">
                        <a:solidFill>
                          <a:srgbClr val="474747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Calibri" pitchFamily="34" charset="0"/>
                      </a:rPr>
                      <m:t>𝛴</m:t>
                    </m:r>
                  </m:oMath>
                </a14:m>
                <a:endParaRPr lang="zh-CN" altLang="en-US" sz="2000" dirty="0">
                  <a:solidFill>
                    <a:srgbClr val="474747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5" name="矩形">
                <a:extLst>
                  <a:ext uri="{FF2B5EF4-FFF2-40B4-BE49-F238E27FC236}">
                    <a16:creationId xmlns:a16="http://schemas.microsoft.com/office/drawing/2014/main" id="{F4DA23BE-F4CC-83A8-C641-F344C41F50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8" y="3466607"/>
                <a:ext cx="8565279" cy="400110"/>
              </a:xfrm>
              <a:prstGeom prst="rect">
                <a:avLst/>
              </a:prstGeom>
              <a:blipFill>
                <a:blip r:embed="rId4"/>
                <a:stretch>
                  <a:fillRect t="-9231" b="-27692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899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分解过程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309476" y="577890"/>
            <a:ext cx="252505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PCA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分解过程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代码验证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01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>
            <a:off x="980310" y="577890"/>
            <a:ext cx="7183377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PCA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主成分分析与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SVD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奇异值分解的关系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36790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都是分解矩阵降维，它们之间的异同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02A0643A-8617-FED6-731A-583E91213B20}"/>
              </a:ext>
            </a:extLst>
          </p:cNvPr>
          <p:cNvSpPr>
            <a:spLocks/>
          </p:cNvSpPr>
          <p:nvPr/>
        </p:nvSpPr>
        <p:spPr>
          <a:xfrm>
            <a:off x="525548" y="1489493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PCA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与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SVD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数学上的关系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279569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43365</TotalTime>
  <Words>113</Words>
  <Application>Microsoft Office PowerPoint</Application>
  <PresentationFormat>On-screen Show (16:9)</PresentationFormat>
  <Paragraphs>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微软雅黑</vt:lpstr>
      <vt:lpstr>Arial</vt:lpstr>
      <vt:lpstr>Calibri</vt:lpstr>
      <vt:lpstr>Cambria Math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93</cp:revision>
  <dcterms:created xsi:type="dcterms:W3CDTF">2016-04-25T01:54:29Z</dcterms:created>
  <dcterms:modified xsi:type="dcterms:W3CDTF">2024-08-06T11:22:14Z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