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299" r:id="rId3"/>
    <p:sldId id="325" r:id="rId4"/>
    <p:sldId id="326" r:id="rId5"/>
    <p:sldId id="327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2025/1/24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031F-5C84-D124-3645-C1285440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D2E14ACF-45E1-9606-73B1-53B66904C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0AF96F99-3899-3450-1320-5A9CA5B9E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4C2DB1F7-67B8-46B8-225A-D1FA7E0D1AA3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676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0338-ABDF-1EA6-C41F-96BAA504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C4D5EF2-D1FA-B95B-D8F4-CDDE4FC85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4290C5CC-541F-D099-22A3-247AE9A7E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14197020-83FD-13B3-DD65-44B23E962920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37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2025/1/24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</a:t>
            </a:r>
            <a:r>
              <a:rPr lang="en-US" altLang="zh-CN" sz="3000" b="1" kern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Numpy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快速上手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2993705" y="577890"/>
            <a:ext cx="315663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Numpy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综合练习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2634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numpy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生成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2000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条测试数据：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数据包括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列，分别是：短跑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秒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跳远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跳高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引体向上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次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心率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(bpm)/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性别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年龄组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青少年和成人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；其中性别用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代表男性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代表女性，年龄组用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代表青少年用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代表成人；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这些测试中包括了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组不同的性别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年龄组的数据；生成的数据中在同一组别的数据分布呈现正态分布，但是不同组别之间数据有区别，比如：男性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成年人的短跑数据要比男性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青少年的均值更少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7D29F-6E4B-273A-F003-DF398FD3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10E87DB5-6A17-CA44-603C-D541F552C0B6}"/>
              </a:ext>
            </a:extLst>
          </p:cNvPr>
          <p:cNvSpPr>
            <a:spLocks/>
          </p:cNvSpPr>
          <p:nvPr/>
        </p:nvSpPr>
        <p:spPr>
          <a:xfrm>
            <a:off x="2993705" y="577890"/>
            <a:ext cx="315663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Numpy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综合练习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EA51A-FB67-26D5-E3F6-A8E80437E2B8}"/>
              </a:ext>
            </a:extLst>
          </p:cNvPr>
          <p:cNvSpPr txBox="1"/>
          <p:nvPr/>
        </p:nvSpPr>
        <p:spPr>
          <a:xfrm>
            <a:off x="899592" y="1419622"/>
            <a:ext cx="7272858" cy="1526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对数据生成一个从1开始的索引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列，放在最前面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获取并打印奇数的数据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获取各个组别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（如：青少年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男性、成年人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女性，等）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引体向上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成绩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前10名的数据</a:t>
            </a:r>
          </a:p>
        </p:txBody>
      </p:sp>
    </p:spTree>
    <p:extLst>
      <p:ext uri="{BB962C8B-B14F-4D97-AF65-F5344CB8AC3E}">
        <p14:creationId xmlns:p14="http://schemas.microsoft.com/office/powerpoint/2010/main" val="341283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E298-9A1C-F146-716F-2089E523F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7BDB93D1-C0E2-AA45-5CBA-69C9F0AD75D4}"/>
              </a:ext>
            </a:extLst>
          </p:cNvPr>
          <p:cNvSpPr>
            <a:spLocks/>
          </p:cNvSpPr>
          <p:nvPr/>
        </p:nvSpPr>
        <p:spPr>
          <a:xfrm>
            <a:off x="2993705" y="577890"/>
            <a:ext cx="315663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u="none" strike="noStrike" kern="0" cap="none" spc="0" baseline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Numpy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综合练习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FCBB8-ACE6-AAB7-AE5E-649A7993309F}"/>
              </a:ext>
            </a:extLst>
          </p:cNvPr>
          <p:cNvSpPr txBox="1"/>
          <p:nvPr/>
        </p:nvSpPr>
        <p:spPr>
          <a:xfrm>
            <a:off x="899592" y="1419622"/>
            <a:ext cx="727285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分别算男性组和女性组各个项目的均值，并用柱状图显示出来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20195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32448</TotalTime>
  <Words>187</Words>
  <Application>Microsoft Office PowerPoint</Application>
  <PresentationFormat>On-screen Show (16:9)</PresentationFormat>
  <Paragraphs>14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微软雅黑</vt:lpstr>
      <vt:lpstr>Arial</vt:lpstr>
      <vt:lpstr>Calibri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58</cp:revision>
  <dcterms:created xsi:type="dcterms:W3CDTF">2016-04-25T01:54:29Z</dcterms:created>
  <dcterms:modified xsi:type="dcterms:W3CDTF">2025-01-26T03:46:39Z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