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9"/>
  </p:notesMasterIdLst>
  <p:sldIdLst>
    <p:sldId id="324" r:id="rId3"/>
    <p:sldId id="335" r:id="rId4"/>
    <p:sldId id="339" r:id="rId5"/>
    <p:sldId id="340" r:id="rId6"/>
    <p:sldId id="342" r:id="rId7"/>
    <p:sldId id="332" r:id="rId8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074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289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3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270" y="96"/>
      </p:cViewPr>
      <p:guideLst>
        <p:guide orient="horz" pos="713"/>
        <p:guide pos="2880"/>
        <p:guide orient="horz" pos="2074"/>
        <p:guide pos="612"/>
        <p:guide pos="839"/>
        <p:guide orient="horz" pos="2754"/>
        <p:guide orient="horz" pos="289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2024/9/3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382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39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193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5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203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6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592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微积分：导数进阶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037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导数公式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517864" y="577890"/>
            <a:ext cx="210826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微积分导数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8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复合函数与链式法则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150369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导数规则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2A336BF0-B643-7C6E-EC79-B7C15E0309F1}"/>
              </a:ext>
            </a:extLst>
          </p:cNvPr>
          <p:cNvSpPr>
            <a:spLocks/>
          </p:cNvSpPr>
          <p:nvPr/>
        </p:nvSpPr>
        <p:spPr>
          <a:xfrm>
            <a:off x="525548" y="2808488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高阶导数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6" name="矩形">
            <a:extLst>
              <a:ext uri="{FF2B5EF4-FFF2-40B4-BE49-F238E27FC236}">
                <a16:creationId xmlns:a16="http://schemas.microsoft.com/office/drawing/2014/main" id="{DFC7CEA7-8A45-172D-65C6-EF76D4439652}"/>
              </a:ext>
            </a:extLst>
          </p:cNvPr>
          <p:cNvSpPr>
            <a:spLocks/>
          </p:cNvSpPr>
          <p:nvPr/>
        </p:nvSpPr>
        <p:spPr>
          <a:xfrm>
            <a:off x="525548" y="346660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不定式和洛必达法则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983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"/>
              <p:cNvSpPr>
                <a:spLocks/>
              </p:cNvSpPr>
              <p:nvPr/>
            </p:nvSpPr>
            <p:spPr>
              <a:xfrm>
                <a:off x="525548" y="1413094"/>
                <a:ext cx="8565279" cy="558423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幂函数的导数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00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  <m:sSup>
                          <m:sSupPr>
                            <m:ctrlPr>
                              <a:rPr lang="zh-CN" altLang="en-US" sz="2000" i="1" dirty="0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000" i="1" dirty="0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sz="2000" i="1" dirty="0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zh-CN" altLang="en-US" sz="2000" i="0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altLang="zh-CN" sz="2000" b="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000" i="0" dirty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i="1" dirty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zh-CN" altLang="en-US" sz="200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00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CN" altLang="en-US" sz="200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000" i="0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zh-CN" altLang="en-US" sz="2000" u="none" strike="noStrike" kern="1200" cap="none" spc="0" baseline="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</mc:Choice>
        <mc:Fallback xmlns="">
          <p:sp>
            <p:nvSpPr>
              <p:cNvPr id="15" name="矩形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8" y="1413094"/>
                <a:ext cx="8565279" cy="558423"/>
              </a:xfrm>
              <a:prstGeom prst="rect">
                <a:avLst/>
              </a:prstGeom>
              <a:blipFill>
                <a:blip r:embed="rId3"/>
                <a:stretch>
                  <a:fillRect b="-7692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"/>
          <p:cNvSpPr>
            <a:spLocks/>
          </p:cNvSpPr>
          <p:nvPr/>
        </p:nvSpPr>
        <p:spPr>
          <a:xfrm>
            <a:off x="3710225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导数公式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8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反三角函数的导数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">
                <a:extLst>
                  <a:ext uri="{FF2B5EF4-FFF2-40B4-BE49-F238E27FC236}">
                    <a16:creationId xmlns:a16="http://schemas.microsoft.com/office/drawing/2014/main" id="{1DF79B89-1795-77D6-B098-02469BB2D10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5548" y="2071213"/>
                <a:ext cx="8565279" cy="558423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指数函数的导数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  <m:d>
                          <m:dPr>
                            <m:ctrlPr>
                              <a:rPr lang="zh-CN" altLang="en-US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en-US" sz="200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000" i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ⅇ</m:t>
                                </m:r>
                              </m:e>
                              <m:sup>
                                <m:r>
                                  <a:rPr lang="zh-CN" altLang="en-US" sz="200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zh-CN" altLang="en-US" sz="200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00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00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ⅇ</m:t>
                        </m:r>
                      </m:e>
                      <m:sup>
                        <m: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  <m:d>
                          <m:dPr>
                            <m:ctrlPr>
                              <a:rPr lang="zh-CN" altLang="en-US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en-US" sz="200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00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zh-CN" altLang="en-US" sz="200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zh-CN" altLang="en-US" sz="200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00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func>
                      <m:funcPr>
                        <m:ctrlP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200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endParaRPr lang="zh-CN" altLang="en-US" sz="2000" u="none" strike="noStrike" kern="1200" cap="none" spc="0" baseline="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</mc:Choice>
        <mc:Fallback xmlns="">
          <p:sp>
            <p:nvSpPr>
              <p:cNvPr id="4" name="矩形">
                <a:extLst>
                  <a:ext uri="{FF2B5EF4-FFF2-40B4-BE49-F238E27FC236}">
                    <a16:creationId xmlns:a16="http://schemas.microsoft.com/office/drawing/2014/main" id="{1DF79B89-1795-77D6-B098-02469BB2D1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8" y="2071213"/>
                <a:ext cx="8565279" cy="558423"/>
              </a:xfrm>
              <a:prstGeom prst="rect">
                <a:avLst/>
              </a:prstGeom>
              <a:blipFill>
                <a:blip r:embed="rId4"/>
                <a:stretch>
                  <a:fillRect b="-7692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">
                <a:extLst>
                  <a:ext uri="{FF2B5EF4-FFF2-40B4-BE49-F238E27FC236}">
                    <a16:creationId xmlns:a16="http://schemas.microsoft.com/office/drawing/2014/main" id="{2A336BF0-B643-7C6E-EC79-B7C15E0309F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5548" y="2733051"/>
                <a:ext cx="8565279" cy="550985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对数函数的导数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  <m:d>
                          <m:dPr>
                            <m:ctrlPr>
                              <a:rPr lang="zh-CN" altLang="en-US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zh-CN" altLang="en-US" sz="200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zh-CN" altLang="en-US" sz="2000" i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zh-CN" altLang="en-US" sz="200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d>
                      </m:num>
                      <m:den>
                        <m:r>
                          <a:rPr lang="zh-CN" altLang="en-US" sz="200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00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  <m:d>
                          <m:dPr>
                            <m:ctrlPr>
                              <a:rPr lang="zh-CN" altLang="en-US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zh-CN" altLang="en-US" sz="200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zh-CN" altLang="en-US" sz="2000" i="1" smtClean="0">
                                        <a:solidFill>
                                          <a:srgbClr val="47474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altLang="en-US" sz="2000" i="0" smtClean="0">
                                        <a:solidFill>
                                          <a:srgbClr val="47474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zh-CN" altLang="en-US" sz="2000" i="1" smtClean="0">
                                        <a:solidFill>
                                          <a:srgbClr val="47474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zh-CN" altLang="en-US" sz="200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d>
                      </m:num>
                      <m:den>
                        <m:r>
                          <a:rPr lang="zh-CN" altLang="en-US" sz="200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00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func>
                          <m:funcPr>
                            <m:ctrlPr>
                              <a:rPr lang="zh-CN" altLang="en-US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 sz="2000" i="0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zh-CN" altLang="en-US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func>
                      </m:den>
                    </m:f>
                  </m:oMath>
                </a14:m>
                <a:endParaRPr lang="zh-CN" altLang="en-US" sz="2000" u="none" strike="noStrike" kern="1200" cap="none" spc="0" baseline="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  <a:sym typeface="Calibri" pitchFamily="34" charset="0"/>
                </a:endParaRPr>
              </a:p>
            </p:txBody>
          </p:sp>
        </mc:Choice>
        <mc:Fallback xmlns="">
          <p:sp>
            <p:nvSpPr>
              <p:cNvPr id="2" name="矩形">
                <a:extLst>
                  <a:ext uri="{FF2B5EF4-FFF2-40B4-BE49-F238E27FC236}">
                    <a16:creationId xmlns:a16="http://schemas.microsoft.com/office/drawing/2014/main" id="{2A336BF0-B643-7C6E-EC79-B7C15E0309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8" y="2733051"/>
                <a:ext cx="8565279" cy="550985"/>
              </a:xfrm>
              <a:prstGeom prst="rect">
                <a:avLst/>
              </a:prstGeom>
              <a:blipFill>
                <a:blip r:embed="rId5"/>
                <a:stretch>
                  <a:fillRect b="-6593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">
            <a:extLst>
              <a:ext uri="{FF2B5EF4-FFF2-40B4-BE49-F238E27FC236}">
                <a16:creationId xmlns:a16="http://schemas.microsoft.com/office/drawing/2014/main" id="{DFC7CEA7-8A45-172D-65C6-EF76D4439652}"/>
              </a:ext>
            </a:extLst>
          </p:cNvPr>
          <p:cNvSpPr>
            <a:spLocks/>
          </p:cNvSpPr>
          <p:nvPr/>
        </p:nvSpPr>
        <p:spPr>
          <a:xfrm>
            <a:off x="525548" y="346660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三角函数的导数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268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"/>
              <p:cNvSpPr>
                <a:spLocks/>
              </p:cNvSpPr>
              <p:nvPr/>
            </p:nvSpPr>
            <p:spPr>
              <a:xfrm>
                <a:off x="525548" y="1416813"/>
                <a:ext cx="8565279" cy="550985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  <m:d>
                          <m:dPr>
                            <m:ctrlPr>
                              <a:rPr lang="zh-CN" altLang="en-US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zh-CN" altLang="en-US" sz="200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zh-CN" altLang="en-US" sz="2000" i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zh-CN" altLang="en-US" sz="200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d>
                      </m:num>
                      <m:den>
                        <m:r>
                          <a:rPr lang="zh-CN" altLang="en-US" sz="200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00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200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zh-CN" altLang="en-US" sz="2000" u="none" strike="noStrike" kern="1200" cap="none" spc="0" baseline="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</mc:Choice>
        <mc:Fallback xmlns="">
          <p:sp>
            <p:nvSpPr>
              <p:cNvPr id="15" name="矩形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8" y="1416813"/>
                <a:ext cx="8565279" cy="5509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"/>
          <p:cNvSpPr>
            <a:spLocks/>
          </p:cNvSpPr>
          <p:nvPr/>
        </p:nvSpPr>
        <p:spPr>
          <a:xfrm>
            <a:off x="3133144" y="577890"/>
            <a:ext cx="2877711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三角函数的导数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">
                <a:extLst>
                  <a:ext uri="{FF2B5EF4-FFF2-40B4-BE49-F238E27FC236}">
                    <a16:creationId xmlns:a16="http://schemas.microsoft.com/office/drawing/2014/main" id="{C726D6B3-4F5B-7B91-FBA6-294BB6E02C9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5548" y="4049290"/>
                <a:ext cx="8565279" cy="550985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  <m:d>
                          <m:dPr>
                            <m:ctrlPr>
                              <a:rPr lang="zh-CN" altLang="en-US" sz="2000" i="1" dirty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zh-CN" altLang="en-US" sz="2000" i="1" dirty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2000" i="1" dirty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csc</m:t>
                                </m:r>
                              </m:fName>
                              <m:e>
                                <m:r>
                                  <a:rPr lang="zh-CN" altLang="en-US" sz="2000" i="1" dirty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US" altLang="zh-CN" sz="200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000" dirty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00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cs</m:t>
                        </m:r>
                        <m:r>
                          <m:rPr>
                            <m:sty m:val="p"/>
                          </m:rPr>
                          <a:rPr lang="zh-CN" altLang="en-US" sz="200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fName>
                      <m:e>
                        <m: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func>
                      <m:funcPr>
                        <m:ctrlP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zh-CN" altLang="en-US" sz="200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  <a:sym typeface="Calibri" pitchFamily="34" charset="0"/>
                </a:endParaRPr>
              </a:p>
            </p:txBody>
          </p:sp>
        </mc:Choice>
        <mc:Fallback xmlns="">
          <p:sp>
            <p:nvSpPr>
              <p:cNvPr id="3" name="矩形">
                <a:extLst>
                  <a:ext uri="{FF2B5EF4-FFF2-40B4-BE49-F238E27FC236}">
                    <a16:creationId xmlns:a16="http://schemas.microsoft.com/office/drawing/2014/main" id="{C726D6B3-4F5B-7B91-FBA6-294BB6E02C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8" y="4049290"/>
                <a:ext cx="8565279" cy="5509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">
                <a:extLst>
                  <a:ext uri="{FF2B5EF4-FFF2-40B4-BE49-F238E27FC236}">
                    <a16:creationId xmlns:a16="http://schemas.microsoft.com/office/drawing/2014/main" id="{1DF79B89-1795-77D6-B098-02469BB2D10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5548" y="1941821"/>
                <a:ext cx="8565279" cy="558423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00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  <m:d>
                          <m:dPr>
                            <m:ctrlPr>
                              <a:rPr lang="zh-CN" altLang="en-US" sz="2000" i="1" dirty="0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zh-CN" altLang="en-US" sz="2000" i="1" dirty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zh-CN" altLang="en-US" sz="2000" i="0" dirty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zh-CN" altLang="en-US" sz="2000" i="1" dirty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d>
                      </m:num>
                      <m:den>
                        <m:r>
                          <a:rPr lang="zh-CN" altLang="en-US" sz="2000" i="0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zh-CN" altLang="en-US" sz="200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000" i="0" dirty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zh-CN" altLang="en-US" sz="200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2000" i="0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zh-CN" altLang="en-US" sz="200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zh-CN" altLang="en-US" sz="2000" u="none" strike="noStrike" kern="1200" cap="none" spc="0" baseline="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</mc:Choice>
        <mc:Fallback xmlns="">
          <p:sp>
            <p:nvSpPr>
              <p:cNvPr id="4" name="矩形">
                <a:extLst>
                  <a:ext uri="{FF2B5EF4-FFF2-40B4-BE49-F238E27FC236}">
                    <a16:creationId xmlns:a16="http://schemas.microsoft.com/office/drawing/2014/main" id="{1DF79B89-1795-77D6-B098-02469BB2D1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8" y="1941821"/>
                <a:ext cx="8565279" cy="55842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">
                <a:extLst>
                  <a:ext uri="{FF2B5EF4-FFF2-40B4-BE49-F238E27FC236}">
                    <a16:creationId xmlns:a16="http://schemas.microsoft.com/office/drawing/2014/main" id="{2A336BF0-B643-7C6E-EC79-B7C15E0309F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5548" y="2474267"/>
                <a:ext cx="8565279" cy="550985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00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  <m:d>
                          <m:dPr>
                            <m:ctrlPr>
                              <a:rPr lang="zh-CN" altLang="en-US" sz="2000" i="1" dirty="0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zh-CN" altLang="en-US" sz="2000" i="1" dirty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zh-CN" altLang="en-US" sz="2000" i="0" dirty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fName>
                              <m:e>
                                <m:r>
                                  <a:rPr lang="zh-CN" altLang="en-US" sz="2000" i="1" dirty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d>
                      </m:num>
                      <m:den>
                        <m:r>
                          <a:rPr lang="zh-CN" altLang="en-US" sz="2000" i="0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zh-CN" altLang="en-US" sz="200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000" i="0" dirty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CN" altLang="en-US" sz="200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zh-CN" altLang="en-US" sz="2000" i="1" dirty="0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zh-CN" altLang="en-US" sz="2000" i="0" dirty="0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zh-CN" altLang="en-US" sz="2000" i="0" dirty="0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zh-CN" altLang="en-US" sz="200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zh-CN" altLang="en-US" sz="2000" u="none" strike="noStrike" kern="1200" cap="none" spc="0" baseline="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  <a:sym typeface="Calibri" pitchFamily="34" charset="0"/>
                </a:endParaRPr>
              </a:p>
            </p:txBody>
          </p:sp>
        </mc:Choice>
        <mc:Fallback xmlns="">
          <p:sp>
            <p:nvSpPr>
              <p:cNvPr id="2" name="矩形">
                <a:extLst>
                  <a:ext uri="{FF2B5EF4-FFF2-40B4-BE49-F238E27FC236}">
                    <a16:creationId xmlns:a16="http://schemas.microsoft.com/office/drawing/2014/main" id="{2A336BF0-B643-7C6E-EC79-B7C15E0309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8" y="2474267"/>
                <a:ext cx="8565279" cy="5509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">
                <a:extLst>
                  <a:ext uri="{FF2B5EF4-FFF2-40B4-BE49-F238E27FC236}">
                    <a16:creationId xmlns:a16="http://schemas.microsoft.com/office/drawing/2014/main" id="{DFC7CEA7-8A45-172D-65C6-EF76D443965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5548" y="2999275"/>
                <a:ext cx="8565279" cy="550985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00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  <m:d>
                          <m:dPr>
                            <m:ctrlPr>
                              <a:rPr lang="zh-CN" altLang="en-US" sz="2000" i="1" dirty="0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zh-CN" altLang="en-US" sz="2000" i="1" dirty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zh-CN" altLang="en-US" sz="2000" i="0" dirty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cot</m:t>
                                </m:r>
                              </m:fName>
                              <m:e>
                                <m:r>
                                  <a:rPr lang="zh-CN" altLang="en-US" sz="2000" i="1" dirty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d>
                      </m:num>
                      <m:den>
                        <m:r>
                          <a:rPr lang="zh-CN" altLang="en-US" sz="2000" i="0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zh-CN" altLang="en-US" sz="200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000" i="0" dirty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zh-CN" altLang="en-US" sz="200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zh-CN" altLang="en-US" sz="2000" i="1" dirty="0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zh-CN" altLang="en-US" sz="2000" i="0" dirty="0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cosec</m:t>
                            </m:r>
                          </m:e>
                          <m:sup>
                            <m:r>
                              <a:rPr lang="zh-CN" altLang="en-US" sz="2000" i="0" dirty="0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zh-CN" altLang="en-US" sz="200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zh-CN" altLang="en-US" sz="2000" u="none" strike="noStrike" kern="1200" cap="none" spc="0" baseline="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  <a:sym typeface="Calibri" pitchFamily="34" charset="0"/>
                </a:endParaRPr>
              </a:p>
            </p:txBody>
          </p:sp>
        </mc:Choice>
        <mc:Fallback xmlns="">
          <p:sp>
            <p:nvSpPr>
              <p:cNvPr id="6" name="矩形">
                <a:extLst>
                  <a:ext uri="{FF2B5EF4-FFF2-40B4-BE49-F238E27FC236}">
                    <a16:creationId xmlns:a16="http://schemas.microsoft.com/office/drawing/2014/main" id="{DFC7CEA7-8A45-172D-65C6-EF76D44396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8" y="2999275"/>
                <a:ext cx="8565279" cy="5509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">
                <a:extLst>
                  <a:ext uri="{FF2B5EF4-FFF2-40B4-BE49-F238E27FC236}">
                    <a16:creationId xmlns:a16="http://schemas.microsoft.com/office/drawing/2014/main" id="{A321D2BE-C841-7F23-FC29-E19877CF4BD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5548" y="3524283"/>
                <a:ext cx="8565279" cy="550985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  <m:d>
                          <m:dPr>
                            <m:ctrlPr>
                              <a:rPr lang="zh-CN" altLang="en-US" sz="2000" i="1" dirty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zh-CN" altLang="en-US" sz="2000" i="1" dirty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zh-CN" altLang="en-US" sz="2000" dirty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fName>
                              <m:e>
                                <m:r>
                                  <a:rPr lang="zh-CN" altLang="en-US" sz="2000" i="1" dirty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US" altLang="zh-CN" sz="200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000" dirty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200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fName>
                      <m:e>
                        <m: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func>
                      <m:funcPr>
                        <m:ctrlP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200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zh-CN" altLang="en-US" sz="200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  <a:sym typeface="Calibri" pitchFamily="34" charset="0"/>
                </a:endParaRPr>
              </a:p>
            </p:txBody>
          </p:sp>
        </mc:Choice>
        <mc:Fallback xmlns="">
          <p:sp>
            <p:nvSpPr>
              <p:cNvPr id="5" name="矩形">
                <a:extLst>
                  <a:ext uri="{FF2B5EF4-FFF2-40B4-BE49-F238E27FC236}">
                    <a16:creationId xmlns:a16="http://schemas.microsoft.com/office/drawing/2014/main" id="{A321D2BE-C841-7F23-FC29-E19877CF4B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8" y="3524283"/>
                <a:ext cx="8565279" cy="5509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0655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"/>
              <p:cNvSpPr>
                <a:spLocks/>
              </p:cNvSpPr>
              <p:nvPr/>
            </p:nvSpPr>
            <p:spPr>
              <a:xfrm>
                <a:off x="525548" y="1472149"/>
                <a:ext cx="8565279" cy="440313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a:rPr lang="zh-CN" altLang="en-US" sz="200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ⅆ</m:t>
                    </m:r>
                    <m:f>
                      <m:fPr>
                        <m:type m:val="lin"/>
                        <m:ctrlP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zh-CN" altLang="en-US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zh-CN" sz="2000" b="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2000" i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arcsin</m:t>
                                </m:r>
                              </m:fName>
                              <m:e>
                                <m:r>
                                  <a:rPr lang="en-US" altLang="zh-CN" sz="2000" b="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d>
                      </m:num>
                      <m:den>
                        <m:r>
                          <a:rPr lang="zh-CN" altLang="en-US" sz="200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</m:den>
                    </m:f>
                    <m:r>
                      <a:rPr lang="zh-CN" altLang="en-US" sz="200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00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zh-CN" altLang="en-US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 sz="2000" i="0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zh-CN" altLang="en-US" sz="200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00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zh-CN" altLang="en-US" sz="2000" i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endParaRPr lang="zh-CN" altLang="en-US" sz="2000" u="none" strike="noStrike" kern="1200" cap="none" spc="0" baseline="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</mc:Choice>
        <mc:Fallback xmlns="">
          <p:sp>
            <p:nvSpPr>
              <p:cNvPr id="15" name="矩形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8" y="1472149"/>
                <a:ext cx="8565279" cy="440313"/>
              </a:xfrm>
              <a:prstGeom prst="rect">
                <a:avLst/>
              </a:prstGeom>
              <a:blipFill>
                <a:blip r:embed="rId3"/>
                <a:stretch>
                  <a:fillRect t="-93151" b="-163014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"/>
          <p:cNvSpPr>
            <a:spLocks/>
          </p:cNvSpPr>
          <p:nvPr/>
        </p:nvSpPr>
        <p:spPr>
          <a:xfrm>
            <a:off x="2940783" y="577890"/>
            <a:ext cx="3262432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反三角函数的导数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">
                <a:extLst>
                  <a:ext uri="{FF2B5EF4-FFF2-40B4-BE49-F238E27FC236}">
                    <a16:creationId xmlns:a16="http://schemas.microsoft.com/office/drawing/2014/main" id="{C726D6B3-4F5B-7B91-FBA6-294BB6E02C9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5548" y="4124727"/>
                <a:ext cx="8565279" cy="400110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a:rPr lang="zh-CN" altLang="en-US" sz="200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ⅆ</m:t>
                    </m:r>
                    <m:f>
                      <m:fPr>
                        <m:type m:val="lin"/>
                        <m:ctrlPr>
                          <a:rPr lang="zh-CN" altLang="en-US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zh-CN" sz="2000" b="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2000" i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arccot</m:t>
                                </m:r>
                              </m:fName>
                              <m:e>
                                <m:r>
                                  <a:rPr lang="en-US" altLang="zh-CN" sz="2000" b="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d>
                      </m:num>
                      <m:den>
                        <m:r>
                          <a:rPr lang="zh-CN" altLang="en-US" sz="200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</m:den>
                    </m:f>
                    <m:r>
                      <a:rPr lang="zh-CN" altLang="en-US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00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zh-CN" altLang="en-US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00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(1+</m:t>
                        </m:r>
                        <m:sSup>
                          <m:sSupPr>
                            <m:ctrlPr>
                              <a:rPr lang="en-US" altLang="zh-CN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zh-CN" altLang="en-US" sz="200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  <a:sym typeface="Calibri" pitchFamily="34" charset="0"/>
                </a:endParaRPr>
              </a:p>
            </p:txBody>
          </p:sp>
        </mc:Choice>
        <mc:Fallback xmlns="">
          <p:sp>
            <p:nvSpPr>
              <p:cNvPr id="3" name="矩形">
                <a:extLst>
                  <a:ext uri="{FF2B5EF4-FFF2-40B4-BE49-F238E27FC236}">
                    <a16:creationId xmlns:a16="http://schemas.microsoft.com/office/drawing/2014/main" id="{C726D6B3-4F5B-7B91-FBA6-294BB6E02C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8" y="4124727"/>
                <a:ext cx="8565279" cy="400110"/>
              </a:xfrm>
              <a:prstGeom prst="rect">
                <a:avLst/>
              </a:prstGeom>
              <a:blipFill>
                <a:blip r:embed="rId4"/>
                <a:stretch>
                  <a:fillRect t="-116923" b="-183077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">
                <a:extLst>
                  <a:ext uri="{FF2B5EF4-FFF2-40B4-BE49-F238E27FC236}">
                    <a16:creationId xmlns:a16="http://schemas.microsoft.com/office/drawing/2014/main" id="{1DF79B89-1795-77D6-B098-02469BB2D10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5548" y="2000876"/>
                <a:ext cx="8565279" cy="440313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a:rPr lang="zh-CN" altLang="en-US" sz="200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ⅆ</m:t>
                    </m:r>
                    <m:f>
                      <m:fPr>
                        <m:type m:val="lin"/>
                        <m:ctrlPr>
                          <a:rPr lang="zh-CN" altLang="en-US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zh-CN" sz="2000" b="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arccos</m:t>
                                </m:r>
                              </m:fName>
                              <m:e>
                                <m:r>
                                  <a:rPr lang="en-US" altLang="zh-CN" sz="2000" b="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d>
                      </m:num>
                      <m:den>
                        <m:r>
                          <a:rPr lang="zh-CN" altLang="en-US" sz="200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</m:den>
                    </m:f>
                    <m:r>
                      <a:rPr lang="zh-CN" altLang="en-US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00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zh-CN" altLang="en-US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 sz="200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zh-CN" altLang="en-US" sz="2000" i="1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000" i="1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zh-CN" altLang="en-US" sz="200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endParaRPr lang="zh-CN" altLang="en-US" sz="200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</mc:Choice>
        <mc:Fallback xmlns="">
          <p:sp>
            <p:nvSpPr>
              <p:cNvPr id="4" name="矩形">
                <a:extLst>
                  <a:ext uri="{FF2B5EF4-FFF2-40B4-BE49-F238E27FC236}">
                    <a16:creationId xmlns:a16="http://schemas.microsoft.com/office/drawing/2014/main" id="{1DF79B89-1795-77D6-B098-02469BB2D1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8" y="2000876"/>
                <a:ext cx="8565279" cy="440313"/>
              </a:xfrm>
              <a:prstGeom prst="rect">
                <a:avLst/>
              </a:prstGeom>
              <a:blipFill>
                <a:blip r:embed="rId5"/>
                <a:stretch>
                  <a:fillRect t="-94444" b="-166667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">
                <a:extLst>
                  <a:ext uri="{FF2B5EF4-FFF2-40B4-BE49-F238E27FC236}">
                    <a16:creationId xmlns:a16="http://schemas.microsoft.com/office/drawing/2014/main" id="{2A336BF0-B643-7C6E-EC79-B7C15E0309F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5548" y="2549704"/>
                <a:ext cx="8565279" cy="400110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a:rPr lang="zh-CN" altLang="en-US" sz="200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ⅆ</m:t>
                    </m:r>
                    <m:f>
                      <m:fPr>
                        <m:type m:val="lin"/>
                        <m:ctrlPr>
                          <a:rPr lang="zh-CN" altLang="en-US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zh-CN" sz="2000" b="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arctan</m:t>
                                </m:r>
                              </m:fName>
                              <m:e>
                                <m:r>
                                  <a:rPr lang="en-US" altLang="zh-CN" sz="2000" b="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d>
                      </m:num>
                      <m:den>
                        <m:r>
                          <a:rPr lang="zh-CN" altLang="en-US" sz="200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</m:den>
                    </m:f>
                    <m:r>
                      <a:rPr lang="zh-CN" altLang="en-US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00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zh-CN" altLang="en-US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b="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(1+</m:t>
                        </m:r>
                        <m:sSup>
                          <m:sSupPr>
                            <m:ctrlPr>
                              <a:rPr lang="en-US" altLang="zh-CN" sz="2000" b="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000" b="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zh-CN" altLang="en-US" sz="200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</mc:Choice>
        <mc:Fallback xmlns="">
          <p:sp>
            <p:nvSpPr>
              <p:cNvPr id="2" name="矩形">
                <a:extLst>
                  <a:ext uri="{FF2B5EF4-FFF2-40B4-BE49-F238E27FC236}">
                    <a16:creationId xmlns:a16="http://schemas.microsoft.com/office/drawing/2014/main" id="{2A336BF0-B643-7C6E-EC79-B7C15E0309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8" y="2549704"/>
                <a:ext cx="8565279" cy="400110"/>
              </a:xfrm>
              <a:prstGeom prst="rect">
                <a:avLst/>
              </a:prstGeom>
              <a:blipFill>
                <a:blip r:embed="rId6"/>
                <a:stretch>
                  <a:fillRect t="-113636" b="-180303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">
                <a:extLst>
                  <a:ext uri="{FF2B5EF4-FFF2-40B4-BE49-F238E27FC236}">
                    <a16:creationId xmlns:a16="http://schemas.microsoft.com/office/drawing/2014/main" id="{DFC7CEA7-8A45-172D-65C6-EF76D443965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5548" y="3053072"/>
                <a:ext cx="8565279" cy="443391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a:rPr lang="zh-CN" altLang="en-US" sz="200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ⅆ</m:t>
                    </m:r>
                    <m:f>
                      <m:fPr>
                        <m:type m:val="lin"/>
                        <m:ctrlPr>
                          <a:rPr lang="zh-CN" altLang="en-US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zh-CN" sz="2000" b="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2000" i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arccsc</m:t>
                                </m:r>
                              </m:fName>
                              <m:e>
                                <m:r>
                                  <a:rPr lang="en-US" altLang="zh-CN" sz="2000" b="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d>
                      </m:num>
                      <m:den>
                        <m:r>
                          <a:rPr lang="zh-CN" altLang="en-US" sz="200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</m:den>
                    </m:f>
                    <m:r>
                      <a:rPr lang="zh-CN" altLang="en-US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00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00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b="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000" b="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000" b="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ad>
                          <m:radPr>
                            <m:degHide m:val="on"/>
                            <m:ctrlPr>
                              <a:rPr lang="en-US" altLang="zh-CN" sz="2000" b="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2000" i="1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rad>
                      </m:den>
                    </m:f>
                  </m:oMath>
                </a14:m>
                <a:endParaRPr lang="zh-CN" altLang="en-US" sz="200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</mc:Choice>
        <mc:Fallback xmlns="">
          <p:sp>
            <p:nvSpPr>
              <p:cNvPr id="6" name="矩形">
                <a:extLst>
                  <a:ext uri="{FF2B5EF4-FFF2-40B4-BE49-F238E27FC236}">
                    <a16:creationId xmlns:a16="http://schemas.microsoft.com/office/drawing/2014/main" id="{DFC7CEA7-8A45-172D-65C6-EF76D44396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8" y="3053072"/>
                <a:ext cx="8565279" cy="443391"/>
              </a:xfrm>
              <a:prstGeom prst="rect">
                <a:avLst/>
              </a:prstGeom>
              <a:blipFill>
                <a:blip r:embed="rId7"/>
                <a:stretch>
                  <a:fillRect t="-94521" b="-161644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">
                <a:extLst>
                  <a:ext uri="{FF2B5EF4-FFF2-40B4-BE49-F238E27FC236}">
                    <a16:creationId xmlns:a16="http://schemas.microsoft.com/office/drawing/2014/main" id="{A321D2BE-C841-7F23-FC29-E19877CF4BD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5548" y="3579619"/>
                <a:ext cx="8565279" cy="440313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a:rPr lang="zh-CN" altLang="en-US" sz="200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ⅆ</m:t>
                    </m:r>
                    <m:f>
                      <m:fPr>
                        <m:type m:val="lin"/>
                        <m:ctrlPr>
                          <a:rPr lang="zh-CN" altLang="en-US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zh-CN" sz="2000" b="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arcsec</m:t>
                                </m:r>
                              </m:fName>
                              <m:e>
                                <m:r>
                                  <a:rPr lang="en-US" altLang="zh-CN" sz="2000" b="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d>
                      </m:num>
                      <m:den>
                        <m:r>
                          <a:rPr lang="zh-CN" altLang="en-US" sz="200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</m:den>
                    </m:f>
                    <m:r>
                      <a:rPr lang="zh-CN" altLang="en-US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00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zh-CN" altLang="en-US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ad>
                          <m:radPr>
                            <m:degHide m:val="on"/>
                            <m:ctrlPr>
                              <a:rPr lang="en-US" altLang="zh-CN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2000" i="1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rad>
                      </m:den>
                    </m:f>
                  </m:oMath>
                </a14:m>
                <a:endParaRPr lang="zh-CN" altLang="en-US" sz="200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  <a:sym typeface="Calibri" pitchFamily="34" charset="0"/>
                </a:endParaRPr>
              </a:p>
            </p:txBody>
          </p:sp>
        </mc:Choice>
        <mc:Fallback xmlns="">
          <p:sp>
            <p:nvSpPr>
              <p:cNvPr id="5" name="矩形">
                <a:extLst>
                  <a:ext uri="{FF2B5EF4-FFF2-40B4-BE49-F238E27FC236}">
                    <a16:creationId xmlns:a16="http://schemas.microsoft.com/office/drawing/2014/main" id="{A321D2BE-C841-7F23-FC29-E19877CF4B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8" y="3579619"/>
                <a:ext cx="8565279" cy="440313"/>
              </a:xfrm>
              <a:prstGeom prst="rect">
                <a:avLst/>
              </a:prstGeom>
              <a:blipFill>
                <a:blip r:embed="rId8"/>
                <a:stretch>
                  <a:fillRect t="-94444" b="-166667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7265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"/>
              <p:cNvSpPr>
                <a:spLocks/>
              </p:cNvSpPr>
              <p:nvPr/>
            </p:nvSpPr>
            <p:spPr>
              <a:xfrm>
                <a:off x="525548" y="1492250"/>
                <a:ext cx="8565279" cy="400110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导数的和差法则</a:t>
                </a:r>
                <a14:m>
                  <m:oMath xmlns:m="http://schemas.openxmlformats.org/officeDocument/2006/math">
                    <m:r>
                      <a:rPr lang="zh-CN" altLang="en-US" sz="2000" dirty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ⅆ</m:t>
                    </m:r>
                    <m:f>
                      <m:fPr>
                        <m:type m:val="lin"/>
                        <m:ctrlP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zh-CN" altLang="en-US" sz="2000" i="1" dirty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i="1" dirty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zh-CN" altLang="en-US" sz="2000" i="0" dirty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zh-CN" altLang="en-US" sz="2000" i="1" dirty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num>
                      <m:den>
                        <m:r>
                          <a:rPr lang="zh-CN" altLang="en-US" sz="2000" i="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</m:den>
                    </m:f>
                    <m:r>
                      <a:rPr lang="zh-CN" altLang="en-US" sz="2000" i="1" dirty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000" i="0" dirty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=ⅆ</m:t>
                    </m:r>
                    <m:f>
                      <m:fPr>
                        <m:type m:val="lin"/>
                        <m:ctrlP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zh-CN" altLang="en-US" sz="2000" i="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</m:den>
                    </m:f>
                    <m:r>
                      <a:rPr lang="zh-CN" altLang="en-US" sz="2000" i="1" dirty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000" i="0" dirty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±ⅆ</m:t>
                    </m:r>
                    <m:f>
                      <m:fPr>
                        <m:type m:val="lin"/>
                        <m:ctrlP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zh-CN" altLang="en-US" sz="2000" i="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</m:den>
                    </m:f>
                    <m:r>
                      <a:rPr lang="zh-CN" altLang="en-US" sz="2000" i="1" dirty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CN" altLang="en-US" sz="2000" u="none" strike="noStrike" kern="1200" cap="none" spc="0" baseline="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</mc:Choice>
        <mc:Fallback xmlns="">
          <p:sp>
            <p:nvSpPr>
              <p:cNvPr id="15" name="矩形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8" y="1492250"/>
                <a:ext cx="8565279" cy="400110"/>
              </a:xfrm>
              <a:prstGeom prst="rect">
                <a:avLst/>
              </a:prstGeom>
              <a:blipFill>
                <a:blip r:embed="rId3"/>
                <a:stretch>
                  <a:fillRect t="-116923" b="-183077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"/>
          <p:cNvSpPr>
            <a:spLocks/>
          </p:cNvSpPr>
          <p:nvPr/>
        </p:nvSpPr>
        <p:spPr>
          <a:xfrm>
            <a:off x="3710227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导数规则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">
                <a:extLst>
                  <a:ext uri="{FF2B5EF4-FFF2-40B4-BE49-F238E27FC236}">
                    <a16:creationId xmlns:a16="http://schemas.microsoft.com/office/drawing/2014/main" id="{C726D6B3-4F5B-7B91-FBA6-294BB6E02C9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5548" y="4124727"/>
                <a:ext cx="8565279" cy="400110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导数的商法则 </a:t>
                </a:r>
                <a14:m>
                  <m:oMath xmlns:m="http://schemas.openxmlformats.org/officeDocument/2006/math">
                    <m:r>
                      <a:rPr lang="zh-CN" altLang="en-US" sz="200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ⅆ</m:t>
                    </m:r>
                    <m:f>
                      <m:fPr>
                        <m:type m:val="lin"/>
                        <m:ctrlP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zh-CN" altLang="en-US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altLang="zh-CN" sz="2000" b="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zh-CN" altLang="en-US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num>
                      <m:den>
                        <m:r>
                          <a:rPr lang="zh-CN" altLang="en-US" sz="200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</m:den>
                    </m:f>
                    <m:r>
                      <a:rPr lang="zh-CN" altLang="en-US" sz="200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00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zh-CN" altLang="en-US" sz="200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⋅ⅆ</m:t>
                        </m:r>
                        <m:f>
                          <m:fPr>
                            <m:type m:val="lin"/>
                            <m:ctrlPr>
                              <a:rPr lang="zh-CN" altLang="en-US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zh-CN" altLang="en-US" sz="2000" i="0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ⅆ</m:t>
                            </m:r>
                          </m:den>
                        </m:f>
                        <m: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000" b="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zh-CN" altLang="en-US" sz="200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zh-CN" altLang="en-US" sz="200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  <m:f>
                          <m:fPr>
                            <m:type m:val="lin"/>
                            <m:ctrlP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num>
                          <m:den>
                            <m:r>
                              <a:rPr lang="zh-CN" altLang="en-US" sz="200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ⅆ</m:t>
                            </m:r>
                          </m:den>
                        </m:f>
                        <m:r>
                          <a:rPr lang="zh-CN" altLang="en-US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p>
                      <m:sSupPr>
                        <m:ctrlPr>
                          <a:rPr lang="en-US" altLang="zh-CN" sz="2000" b="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000" b="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zh-CN" sz="2000" b="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en-US" sz="2000" u="none" strike="noStrike" kern="1200" cap="none" spc="0" baseline="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  <a:sym typeface="Calibri" pitchFamily="34" charset="0"/>
                </a:endParaRPr>
              </a:p>
            </p:txBody>
          </p:sp>
        </mc:Choice>
        <mc:Fallback>
          <p:sp>
            <p:nvSpPr>
              <p:cNvPr id="3" name="矩形">
                <a:extLst>
                  <a:ext uri="{FF2B5EF4-FFF2-40B4-BE49-F238E27FC236}">
                    <a16:creationId xmlns:a16="http://schemas.microsoft.com/office/drawing/2014/main" id="{C726D6B3-4F5B-7B91-FBA6-294BB6E02C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8" y="4124727"/>
                <a:ext cx="8565279" cy="400110"/>
              </a:xfrm>
              <a:prstGeom prst="rect">
                <a:avLst/>
              </a:prstGeom>
              <a:blipFill>
                <a:blip r:embed="rId4"/>
                <a:stretch>
                  <a:fillRect t="-116923" b="-183077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">
                <a:extLst>
                  <a:ext uri="{FF2B5EF4-FFF2-40B4-BE49-F238E27FC236}">
                    <a16:creationId xmlns:a16="http://schemas.microsoft.com/office/drawing/2014/main" id="{1DF79B89-1795-77D6-B098-02469BB2D10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5548" y="2356534"/>
                <a:ext cx="8565279" cy="439736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导数的常数倍法则 </a:t>
                </a:r>
                <a14:m>
                  <m:oMath xmlns:m="http://schemas.openxmlformats.org/officeDocument/2006/math">
                    <m:r>
                      <a:rPr lang="zh-CN" altLang="en-US" sz="200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ⅆ</m:t>
                    </m:r>
                    <m:f>
                      <m:fPr>
                        <m:type m:val="lin"/>
                        <m:ctrlP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zh-CN" altLang="en-US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zh-CN" altLang="en-US" sz="2000" i="0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zh-CN" altLang="en-US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zh-CN" altLang="en-US" sz="200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00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num>
                      <m:den>
                        <m:r>
                          <a:rPr lang="zh-CN" altLang="en-US" sz="200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</m:den>
                    </m:f>
                    <m:r>
                      <a:rPr lang="zh-CN" altLang="en-US" sz="200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00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zh-CN" altLang="en-US" sz="200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zh-CN" altLang="en-US" sz="200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zh-CN" altLang="en-US" sz="2000" u="none" strike="noStrike" kern="1200" cap="none" spc="0" baseline="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</mc:Choice>
        <mc:Fallback xmlns="">
          <p:sp>
            <p:nvSpPr>
              <p:cNvPr id="4" name="矩形">
                <a:extLst>
                  <a:ext uri="{FF2B5EF4-FFF2-40B4-BE49-F238E27FC236}">
                    <a16:creationId xmlns:a16="http://schemas.microsoft.com/office/drawing/2014/main" id="{1DF79B89-1795-77D6-B098-02469BB2D1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8" y="2356534"/>
                <a:ext cx="8565279" cy="439736"/>
              </a:xfrm>
              <a:prstGeom prst="rect">
                <a:avLst/>
              </a:prstGeom>
              <a:blipFill>
                <a:blip r:embed="rId5"/>
                <a:stretch>
                  <a:fillRect t="-101389" b="-159722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">
                <a:extLst>
                  <a:ext uri="{FF2B5EF4-FFF2-40B4-BE49-F238E27FC236}">
                    <a16:creationId xmlns:a16="http://schemas.microsoft.com/office/drawing/2014/main" id="{B94C5C3C-4545-1D6B-F83F-2F934406704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5548" y="3260444"/>
                <a:ext cx="8565279" cy="400110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导数的乘积法则 </a:t>
                </a:r>
                <a14:m>
                  <m:oMath xmlns:m="http://schemas.openxmlformats.org/officeDocument/2006/math">
                    <m:r>
                      <a:rPr lang="zh-CN" altLang="en-US" sz="200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ⅆ</m:t>
                    </m:r>
                    <m:f>
                      <m:fPr>
                        <m:type m:val="lin"/>
                        <m:ctrlP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zh-CN" altLang="en-US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zh-CN" altLang="en-US" sz="2000" i="0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zh-CN" altLang="en-US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num>
                      <m:den>
                        <m:r>
                          <a:rPr lang="zh-CN" altLang="en-US" sz="200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</m:den>
                    </m:f>
                    <m:r>
                      <a:rPr lang="zh-CN" altLang="en-US" sz="200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00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zh-CN" altLang="en-US" sz="200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⋅ⅆ</m:t>
                    </m:r>
                    <m:f>
                      <m:fPr>
                        <m:type m:val="lin"/>
                        <m:ctrlP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zh-CN" altLang="en-US" sz="200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</m:den>
                    </m:f>
                    <m:r>
                      <a:rPr lang="zh-CN" altLang="en-US" sz="200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00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zh-CN" altLang="en-US" sz="200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2000" b="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𝑑𝑢</m:t>
                    </m:r>
                    <m:r>
                      <a:rPr lang="en-US" altLang="zh-CN" sz="2000" b="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2000" b="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zh-CN" altLang="en-US" sz="2000" u="none" strike="noStrike" kern="1200" cap="none" spc="0" baseline="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  <a:sym typeface="Calibri" pitchFamily="34" charset="0"/>
                </a:endParaRPr>
              </a:p>
            </p:txBody>
          </p:sp>
        </mc:Choice>
        <mc:Fallback xmlns="">
          <p:sp>
            <p:nvSpPr>
              <p:cNvPr id="8" name="矩形">
                <a:extLst>
                  <a:ext uri="{FF2B5EF4-FFF2-40B4-BE49-F238E27FC236}">
                    <a16:creationId xmlns:a16="http://schemas.microsoft.com/office/drawing/2014/main" id="{B94C5C3C-4545-1D6B-F83F-2F93440670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8" y="3260444"/>
                <a:ext cx="8565279" cy="400110"/>
              </a:xfrm>
              <a:prstGeom prst="rect">
                <a:avLst/>
              </a:prstGeom>
              <a:blipFill>
                <a:blip r:embed="rId6"/>
                <a:stretch>
                  <a:fillRect t="-116923" b="-183077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20065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53588</TotalTime>
  <Words>243</Words>
  <Application>Microsoft Office PowerPoint</Application>
  <PresentationFormat>On-screen Show (16:9)</PresentationFormat>
  <Paragraphs>37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微软雅黑</vt:lpstr>
      <vt:lpstr>Arial</vt:lpstr>
      <vt:lpstr>Calibri</vt:lpstr>
      <vt:lpstr>Cambria Math</vt:lpstr>
      <vt:lpstr>Wingdings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104</cp:revision>
  <dcterms:created xsi:type="dcterms:W3CDTF">2016-04-25T01:54:29Z</dcterms:created>
  <dcterms:modified xsi:type="dcterms:W3CDTF">2024-09-03T14:25:21Z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