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6"/>
  </p:notesMasterIdLst>
  <p:sldIdLst>
    <p:sldId id="299" r:id="rId3"/>
    <p:sldId id="325" r:id="rId4"/>
    <p:sldId id="326" r:id="rId5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2025/1/27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031F-5C84-D124-3645-C1285440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D2E14ACF-45E1-9606-73B1-53B66904C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0AF96F99-3899-3450-1320-5A9CA5B9E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C2DB1F7-67B8-46B8-225A-D1FA7E0D1AA3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676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练习：矩阵图形变换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2556088" y="577890"/>
            <a:ext cx="403187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矩阵图形变换综合练习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50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Matplotlib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生成一个中心点在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(1, 1)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的箭头图形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D29F-6E4B-273A-F003-DF398FD3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10E87DB5-6A17-CA44-603C-D541F552C0B6}"/>
              </a:ext>
            </a:extLst>
          </p:cNvPr>
          <p:cNvSpPr>
            <a:spLocks/>
          </p:cNvSpPr>
          <p:nvPr/>
        </p:nvSpPr>
        <p:spPr>
          <a:xfrm>
            <a:off x="2556085" y="577890"/>
            <a:ext cx="403187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矩阵图形变换综合练习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EA51A-FB67-26D5-E3F6-A8E80437E2B8}"/>
              </a:ext>
            </a:extLst>
          </p:cNvPr>
          <p:cNvSpPr txBox="1"/>
          <p:nvPr/>
        </p:nvSpPr>
        <p:spPr>
          <a:xfrm>
            <a:off x="899592" y="1419622"/>
            <a:ext cx="7272858" cy="1895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用一个矩阵对这个箭头图形以原点为中心按逆时针旋转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60度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用一个矩阵对旋转后的图像沿着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X方向拉伸3倍y方向拉伸2倍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用一个矩阵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拉伸后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的图像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以原点为中心顺时针旋转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60度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将前面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个变换操作用一个矩阵变换来完成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将这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个变换的操作用一个矩阵进行撤销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837234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32562</TotalTime>
  <Words>109</Words>
  <Application>Microsoft Office PowerPoint</Application>
  <PresentationFormat>On-screen Show (16:9)</PresentationFormat>
  <Paragraphs>11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59</cp:revision>
  <dcterms:created xsi:type="dcterms:W3CDTF">2016-04-25T01:54:29Z</dcterms:created>
  <dcterms:modified xsi:type="dcterms:W3CDTF">2025-01-27T01:05:57Z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