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8"/>
  </p:notesMasterIdLst>
  <p:sldIdLst>
    <p:sldId id="324" r:id="rId3"/>
    <p:sldId id="339" r:id="rId4"/>
    <p:sldId id="340" r:id="rId5"/>
    <p:sldId id="335" r:id="rId6"/>
    <p:sldId id="338" r:id="rId7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2024/9/27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752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604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261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901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支持向量机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SVM</a:t>
            </a: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决策树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325505" y="577890"/>
            <a:ext cx="24929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人工智能算法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朴素贝叶斯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SVM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85B8894A-EF99-2960-C2AF-BFE0C888D853}"/>
              </a:ext>
            </a:extLst>
          </p:cNvPr>
          <p:cNvSpPr>
            <a:spLocks/>
          </p:cNvSpPr>
          <p:nvPr/>
        </p:nvSpPr>
        <p:spPr>
          <a:xfrm>
            <a:off x="4709539" y="1492250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随机森林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矩形">
            <a:extLst>
              <a:ext uri="{FF2B5EF4-FFF2-40B4-BE49-F238E27FC236}">
                <a16:creationId xmlns:a16="http://schemas.microsoft.com/office/drawing/2014/main" id="{81DA5922-ED1F-A0DE-0BC8-A870373FC522}"/>
              </a:ext>
            </a:extLst>
          </p:cNvPr>
          <p:cNvSpPr>
            <a:spLocks/>
          </p:cNvSpPr>
          <p:nvPr/>
        </p:nvSpPr>
        <p:spPr>
          <a:xfrm>
            <a:off x="4709539" y="2369742"/>
            <a:ext cx="391806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近邻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14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2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透明和可解释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451342" y="577890"/>
            <a:ext cx="224131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为什么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SVM</a:t>
            </a:r>
            <a:endParaRPr lang="zh-CN" altLang="en-US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09923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优雅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80848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数据维度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vs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数据量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71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分类问题，换一种思路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066618" y="577890"/>
            <a:ext cx="301076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支持向量机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SVM</a:t>
            </a:r>
            <a:endParaRPr lang="zh-CN" altLang="en-US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09923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Hinge Loss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硬间隔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软间隔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791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09923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用高维的眼光看数据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–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核函数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066618" y="577890"/>
            <a:ext cx="301076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支持向量机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SVM</a:t>
            </a:r>
            <a:endParaRPr lang="zh-CN" altLang="en-US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09923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sklearn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调用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SVM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解决分类问题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09923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多项式核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0F9E9302-A6F4-FDE0-DF0D-CF7DC0C8BEDB}"/>
              </a:ext>
            </a:extLst>
          </p:cNvPr>
          <p:cNvSpPr>
            <a:spLocks/>
          </p:cNvSpPr>
          <p:nvPr/>
        </p:nvSpPr>
        <p:spPr>
          <a:xfrm>
            <a:off x="509923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RBF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核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134589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54371</TotalTime>
  <Words>73</Words>
  <Application>Microsoft Office PowerPoint</Application>
  <PresentationFormat>On-screen Show (16:9)</PresentationFormat>
  <Paragraphs>25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99</cp:revision>
  <dcterms:created xsi:type="dcterms:W3CDTF">2016-04-25T01:54:29Z</dcterms:created>
  <dcterms:modified xsi:type="dcterms:W3CDTF">2024-09-30T15:07:55Z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