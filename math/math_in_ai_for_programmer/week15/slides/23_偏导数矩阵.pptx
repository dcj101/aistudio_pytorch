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324" r:id="rId3"/>
    <p:sldId id="335" r:id="rId4"/>
    <p:sldId id="332" r:id="rId5"/>
    <p:sldId id="336" r:id="rId6"/>
    <p:sldId id="337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8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微积分：偏导数与神经网络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偏导数的链式法则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6" y="577890"/>
            <a:ext cx="480131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微积分：偏导数与神经网络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拉普拉斯算子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雅可比矩阵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实现一个神经网络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DFC7CEA7-8A45-172D-65C6-EF76D4439652}"/>
              </a:ext>
            </a:extLst>
          </p:cNvPr>
          <p:cNvSpPr>
            <a:spLocks/>
          </p:cNvSpPr>
          <p:nvPr/>
        </p:nvSpPr>
        <p:spPr>
          <a:xfrm>
            <a:off x="525548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牛顿法优化器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69B61FAD-ECEA-2ACD-29B3-9C3825C49978}"/>
              </a:ext>
            </a:extLst>
          </p:cNvPr>
          <p:cNvSpPr>
            <a:spLocks/>
          </p:cNvSpPr>
          <p:nvPr/>
        </p:nvSpPr>
        <p:spPr>
          <a:xfrm>
            <a:off x="525548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黑塞矩阵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雅可比矩阵与梯度向量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8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雅可比矩阵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1469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雅可比矩阵在神经网络中的作用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Hessian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矩阵和判别式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黑塞矩阵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Hessian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矩阵与优化算法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Hessian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矩阵的特征值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86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4203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泰勒展开式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0" y="577890"/>
            <a:ext cx="287771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牛顿法优化算法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优缺点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946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牛顿法的原理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96857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56929</TotalTime>
  <Words>65</Words>
  <Application>Microsoft Office PowerPoint</Application>
  <PresentationFormat>On-screen Show (16:9)</PresentationFormat>
  <Paragraphs>23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108</cp:revision>
  <dcterms:created xsi:type="dcterms:W3CDTF">2016-04-25T01:54:29Z</dcterms:created>
  <dcterms:modified xsi:type="dcterms:W3CDTF">2024-09-06T14:23:31Z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