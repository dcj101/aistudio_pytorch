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25" r:id="rId4"/>
    <p:sldId id="332" r:id="rId5"/>
    <p:sldId id="336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CD646-97BC-A1B1-DD19-D5D82FF27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523F1402-CF3A-120A-C2C5-A0A6B12F3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C684198E-0DF9-133B-6C12-4899B8E16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EDA4C45-0D28-63DD-B412-C1131D58C182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768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51B6-D6E0-46A7-E14E-491B749C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8A073F92-04E5-9CA9-1424-A9016EDCB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089EDDA2-D411-643D-6C96-003DDD41F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892BAFC-4B53-CBD4-2178-6F48D422B82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745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练习：偏导数矩阵与神经网络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2940825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回归问题神经网络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866154-EA25-010D-04C6-C82D8ABB981C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499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latin typeface="Microsoft YaHei UI" panose="020B0503020204020204" pitchFamily="34" charset="-122"/>
                    <a:ea typeface="Microsoft YaHei UI" panose="020B0503020204020204" pitchFamily="3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修改</a:t>
                </a:r>
                <a:r>
                  <a:rPr lang="en-US" altLang="zh-CN" sz="2000" b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课堂中的神经网络</a:t>
                </a:r>
                <a:r>
                  <a:rPr lang="zh-CN" altLang="en-US" sz="20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，让这个网络输出：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0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866154-EA25-010D-04C6-C82D8ABB9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499624"/>
              </a:xfrm>
              <a:prstGeom prst="rect">
                <a:avLst/>
              </a:prstGeom>
              <a:blipFill>
                <a:blip r:embed="rId3"/>
                <a:stretch>
                  <a:fillRect l="-922" b="-20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22F2-71A4-6660-8A64-1CEEEFEE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3AFF51EB-CCFD-90E6-8E81-E7EA79D2A879}"/>
              </a:ext>
            </a:extLst>
          </p:cNvPr>
          <p:cNvSpPr>
            <a:spLocks/>
          </p:cNvSpPr>
          <p:nvPr/>
        </p:nvSpPr>
        <p:spPr>
          <a:xfrm>
            <a:off x="2822196" y="577890"/>
            <a:ext cx="349967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雅可比矩阵可视化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9A5-D516-C0D4-5FB0-06160F6D1244}"/>
              </a:ext>
            </a:extLst>
          </p:cNvPr>
          <p:cNvSpPr txBox="1"/>
          <p:nvPr/>
        </p:nvSpPr>
        <p:spPr>
          <a:xfrm>
            <a:off x="899592" y="1419622"/>
            <a:ext cx="7272858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程序中的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d_W2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，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d_W1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是网络中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损失函数相对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不同层的权重的偏导数，用</a:t>
            </a:r>
            <a:r>
              <a:rPr lang="en-US" altLang="zh-CN" sz="2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imshow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函数可视化权重偏导数随着训练变化的过程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16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F21F-4EC0-B6B7-CD50-69CC1F19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288A2681-834D-CC89-405B-1CE03822E666}"/>
              </a:ext>
            </a:extLst>
          </p:cNvPr>
          <p:cNvSpPr>
            <a:spLocks/>
          </p:cNvSpPr>
          <p:nvPr/>
        </p:nvSpPr>
        <p:spPr>
          <a:xfrm>
            <a:off x="2822196" y="577890"/>
            <a:ext cx="349967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雅可比矩阵可视化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3E0F40-947E-4D58-729B-6EF891850C4D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961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latin typeface="Microsoft YaHei UI" panose="020B0503020204020204" pitchFamily="34" charset="-122"/>
                    <a:ea typeface="Microsoft YaHei UI" panose="020B0503020204020204" pitchFamily="3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网络的输出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0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分别与网络的输出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的偏导数构成雅可比矩阵，并可视化这个矩阵</a:t>
                </a:r>
                <a:endParaRPr lang="en-US" altLang="zh-CN" sz="20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3E0F40-947E-4D58-729B-6EF891850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961289"/>
              </a:xfrm>
              <a:prstGeom prst="rect">
                <a:avLst/>
              </a:prstGeom>
              <a:blipFill>
                <a:blip r:embed="rId3"/>
                <a:stretch>
                  <a:fillRect l="-922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759481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35113</TotalTime>
  <Words>86</Words>
  <Application>Microsoft Office PowerPoint</Application>
  <PresentationFormat>On-screen Show (16:9)</PresentationFormat>
  <Paragraphs>10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67</cp:revision>
  <dcterms:created xsi:type="dcterms:W3CDTF">2016-04-25T01:54:29Z</dcterms:created>
  <dcterms:modified xsi:type="dcterms:W3CDTF">2025-02-03T11:08:52Z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