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32" r:id="rId5"/>
    <p:sldId id="333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54CA-A29F-C347-1D5E-3256127B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975E7EF4-B0FD-FF66-2FB5-609C8A649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409AA92-3A39-CE44-7CCC-66EB59AF6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D1E1C2F-91E5-BB21-8F14-FEAE87B1EB6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13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5A02-270B-1A6F-F505-C9343071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D52933B5-3A73-734A-FB55-41F874062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67FD57D-FDE0-D384-BAED-765782C4C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E8F29448-4DCF-FB3C-3180-3417D9B8376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3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SVM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分类器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563337" y="577890"/>
            <a:ext cx="40174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SVM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分类器综合练习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创建一个螺旋状的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3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分类数据，生成螺旋数据的代码如下，用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matplotlib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将数据集可视化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4C30B-4613-734F-F736-C6D12CAFD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48" y="2571750"/>
            <a:ext cx="6372837" cy="169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EDB4-493C-7630-BC20-53F7DD25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5AEB1577-7D4A-4321-AFD9-481B0EE9900D}"/>
              </a:ext>
            </a:extLst>
          </p:cNvPr>
          <p:cNvSpPr>
            <a:spLocks/>
          </p:cNvSpPr>
          <p:nvPr/>
        </p:nvSpPr>
        <p:spPr>
          <a:xfrm>
            <a:off x="2563337" y="577890"/>
            <a:ext cx="40174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SVM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分类器综合练习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43F25-15CD-EE19-D23A-7D96A5AC8F16}"/>
              </a:ext>
            </a:extLst>
          </p:cNvPr>
          <p:cNvSpPr txBox="1"/>
          <p:nvPr/>
        </p:nvSpPr>
        <p:spPr>
          <a:xfrm>
            <a:off x="899592" y="1419622"/>
            <a:ext cx="727285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sklearn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SVC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方法对这个数据集进行分类，测试不同的核函数对这个数据分类准确率的影响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5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9A48-8DB7-BBEA-67C6-02613871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18EC913E-F7F9-82CF-1C16-626337D4A7C2}"/>
              </a:ext>
            </a:extLst>
          </p:cNvPr>
          <p:cNvSpPr>
            <a:spLocks/>
          </p:cNvSpPr>
          <p:nvPr/>
        </p:nvSpPr>
        <p:spPr>
          <a:xfrm>
            <a:off x="2563337" y="577890"/>
            <a:ext cx="40174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SVM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分类器综合练习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5709B-32C9-95C2-0060-87C958C97462}"/>
              </a:ext>
            </a:extLst>
          </p:cNvPr>
          <p:cNvSpPr txBox="1"/>
          <p:nvPr/>
        </p:nvSpPr>
        <p:spPr>
          <a:xfrm>
            <a:off x="899592" y="1419622"/>
            <a:ext cx="727285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LogisticRegression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逻辑回归模型对该数据进行分类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880516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35542</TotalTime>
  <Words>78</Words>
  <Application>Microsoft Office PowerPoint</Application>
  <PresentationFormat>On-screen Show (16:9)</PresentationFormat>
  <Paragraphs>10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75</cp:revision>
  <dcterms:created xsi:type="dcterms:W3CDTF">2016-04-25T01:54:29Z</dcterms:created>
  <dcterms:modified xsi:type="dcterms:W3CDTF">2025-02-07T12:16:00Z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