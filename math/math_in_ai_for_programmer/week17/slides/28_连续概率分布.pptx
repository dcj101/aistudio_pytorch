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5"/>
  </p:notesMasterIdLst>
  <p:sldIdLst>
    <p:sldId id="324" r:id="rId3"/>
    <p:sldId id="355" r:id="rId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2024/11/14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BBC8-3BAF-9767-D7BC-FB954005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1642CACD-E3D4-8545-D498-DCE933DEC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A46185FF-3315-6271-D5FB-B0717A328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2E88B8A-2C3A-E400-7E52-A513C7D42E9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372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概率：连续概率分布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2BE6-EDBC-5BAC-68C5-A3AEAFEE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>
            <a:extLst>
              <a:ext uri="{FF2B5EF4-FFF2-40B4-BE49-F238E27FC236}">
                <a16:creationId xmlns:a16="http://schemas.microsoft.com/office/drawing/2014/main" id="{7CEB4C17-AD92-115D-6392-9D0454A46916}"/>
              </a:ext>
            </a:extLst>
          </p:cNvPr>
          <p:cNvSpPr>
            <a:spLocks/>
          </p:cNvSpPr>
          <p:nvPr/>
        </p:nvSpPr>
        <p:spPr>
          <a:xfrm>
            <a:off x="827584" y="1492250"/>
            <a:ext cx="3939753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什么是连续概率分布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9CE095E5-E31C-5348-19FD-52B2288BCD75}"/>
              </a:ext>
            </a:extLst>
          </p:cNvPr>
          <p:cNvSpPr>
            <a:spLocks/>
          </p:cNvSpPr>
          <p:nvPr/>
        </p:nvSpPr>
        <p:spPr>
          <a:xfrm>
            <a:off x="827584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帕累托分布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FBD3CB8F-AE6F-0059-909C-643211F64170}"/>
              </a:ext>
            </a:extLst>
          </p:cNvPr>
          <p:cNvSpPr>
            <a:spLocks/>
          </p:cNvSpPr>
          <p:nvPr/>
        </p:nvSpPr>
        <p:spPr>
          <a:xfrm>
            <a:off x="3325511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连续概率分布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F6964BB5-4B99-D6D3-D657-8E705F6FB625}"/>
              </a:ext>
            </a:extLst>
          </p:cNvPr>
          <p:cNvSpPr>
            <a:spLocks/>
          </p:cNvSpPr>
          <p:nvPr/>
        </p:nvSpPr>
        <p:spPr>
          <a:xfrm>
            <a:off x="827584" y="231878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正态分布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FA370800-635D-7E1F-DD1C-E739F81F4B8F}"/>
              </a:ext>
            </a:extLst>
          </p:cNvPr>
          <p:cNvSpPr>
            <a:spLocks/>
          </p:cNvSpPr>
          <p:nvPr/>
        </p:nvSpPr>
        <p:spPr>
          <a:xfrm>
            <a:off x="827584" y="3145326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指数分布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B90BAEFB-3C95-3502-DA77-C61E1DA45A0B}"/>
              </a:ext>
            </a:extLst>
          </p:cNvPr>
          <p:cNvSpPr>
            <a:spLocks/>
          </p:cNvSpPr>
          <p:nvPr/>
        </p:nvSpPr>
        <p:spPr>
          <a:xfrm>
            <a:off x="4208822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均值，中位数，众数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2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4" grpId="0"/>
      <p:bldP spid="3" grpId="0"/>
      <p:bldP spid="6" grpId="0"/>
    </p:bldLst>
  </p:timing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72699</TotalTime>
  <Words>22</Words>
  <Application>Microsoft Office PowerPoint</Application>
  <PresentationFormat>On-screen Show (16:9)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119</cp:revision>
  <dcterms:created xsi:type="dcterms:W3CDTF">2016-04-25T01:54:29Z</dcterms:created>
  <dcterms:modified xsi:type="dcterms:W3CDTF">2024-11-14T07:50:40Z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