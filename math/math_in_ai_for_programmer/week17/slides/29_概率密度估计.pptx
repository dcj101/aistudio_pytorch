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324" r:id="rId3"/>
    <p:sldId id="35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2024/10/17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BBC8-3BAF-9767-D7BC-FB954005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642CACD-E3D4-8545-D498-DCE933DEC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46185FF-3315-6271-D5FB-B0717A328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2E88B8A-2C3A-E400-7E52-A513C7D42E9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7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概率密度估计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2BE6-EDBC-5BAC-68C5-A3AEAFEE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7CEB4C17-AD92-115D-6392-9D0454A4691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什么是概率密度估计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CE095E5-E31C-5348-19FD-52B2288BCD75}"/>
              </a:ext>
            </a:extLst>
          </p:cNvPr>
          <p:cNvSpPr>
            <a:spLocks/>
          </p:cNvSpPr>
          <p:nvPr/>
        </p:nvSpPr>
        <p:spPr>
          <a:xfrm>
            <a:off x="82758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核密度估计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BD3CB8F-AE6F-0059-909C-643211F64170}"/>
              </a:ext>
            </a:extLst>
          </p:cNvPr>
          <p:cNvSpPr>
            <a:spLocks/>
          </p:cNvSpPr>
          <p:nvPr/>
        </p:nvSpPr>
        <p:spPr>
          <a:xfrm>
            <a:off x="3325512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概率密度估计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F6964BB5-4B99-D6D3-D657-8E705F6FB625}"/>
              </a:ext>
            </a:extLst>
          </p:cNvPr>
          <p:cNvSpPr>
            <a:spLocks/>
          </p:cNvSpPr>
          <p:nvPr/>
        </p:nvSpPr>
        <p:spPr>
          <a:xfrm>
            <a:off x="827584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用直方图总结密度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FA370800-635D-7E1F-DD1C-E739F81F4B8F}"/>
              </a:ext>
            </a:extLst>
          </p:cNvPr>
          <p:cNvSpPr>
            <a:spLocks/>
          </p:cNvSpPr>
          <p:nvPr/>
        </p:nvSpPr>
        <p:spPr>
          <a:xfrm>
            <a:off x="827584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参数密度估计方法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" grpId="0"/>
      <p:bldP spid="3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75777</TotalTime>
  <Words>18</Words>
  <Application>Microsoft Office PowerPoint</Application>
  <PresentationFormat>On-screen Show (16:9)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119</cp:revision>
  <dcterms:created xsi:type="dcterms:W3CDTF">2016-04-25T01:54:29Z</dcterms:created>
  <dcterms:modified xsi:type="dcterms:W3CDTF">2024-10-19T14:32:43Z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