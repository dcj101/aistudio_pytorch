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5"/>
  </p:notesMasterIdLst>
  <p:sldIdLst>
    <p:sldId id="324" r:id="rId3"/>
    <p:sldId id="357" r:id="rId4"/>
    <p:sldId id="379" r:id="rId5"/>
    <p:sldId id="370" r:id="rId6"/>
    <p:sldId id="373" r:id="rId7"/>
    <p:sldId id="380" r:id="rId8"/>
    <p:sldId id="381" r:id="rId9"/>
    <p:sldId id="383" r:id="rId10"/>
    <p:sldId id="382" r:id="rId11"/>
    <p:sldId id="384" r:id="rId12"/>
    <p:sldId id="385" r:id="rId13"/>
    <p:sldId id="386" r:id="rId1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43" d="100"/>
          <a:sy n="143" d="100"/>
        </p:scale>
        <p:origin x="660" y="108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2025/3/30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5AFA-AFBC-75A5-ABBA-A3744873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EE7AB29-8CC4-129D-AD52-F99E4B176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8565EE84-6FF6-97C3-AF8F-79088FC9B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0D3BCE08-E7BB-A985-F847-B0FCA133802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092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2026-964C-7770-C021-31CC8CD2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5C4EA6F-58BA-E325-581F-2B300796B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D657FF6-1B5F-59A9-8332-DAABF9F74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E90091D-AF83-69D8-3EC0-4B2CE565929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665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55D6-B361-4B97-DB97-3DCCAC02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FA692F8C-AE2A-4D64-FE44-B4036EB40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4330876-BD26-86E4-8898-2355222EB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532453D-8871-E44C-B4D2-6F87B767BC1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3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E15C-B573-6A4D-4AC7-81B0C2A1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02E90C5-62CE-DC97-EA1D-89FA5B7E5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31CF3354-C5F4-D3BE-3B31-5CC39C43E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03ABB8B6-C522-EAFF-583F-8E954CEB7A2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63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DF1B-E71F-3D68-C270-2E3D02F7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9886312-9D1A-BB7E-9878-2CB2B7E33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2BE90D49-A7FC-8A21-1007-6353FA6F3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11F70F2-482B-AF91-3758-4AFE2F37A09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76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CA34-9A52-F075-896C-704F1F29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C762BF9-8FBF-415C-EAC3-DD620A6C3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EE391B4-408A-5F45-BB3D-846718638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8A34D4C0-81C0-ED13-85E5-468F19F2A9B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13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98B1-E739-B24A-0F28-CE71B266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83809C3-8129-B0BD-8956-44BBA42AF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6B89424-062A-4454-4385-300DABD91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5C4A4CB3-771D-655A-E483-9EBAC2C7E87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161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68E4-7A51-E56F-D601-FE3F1F87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D42269E-9C97-1C8F-AC34-B711B366A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0CBDEFD-7515-2FC6-CDC5-0C592523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6F2724C-1B04-D937-1066-9820DEF0EBE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06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776B7-867F-35D1-2746-EBC25B17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A1D63CA8-DCEB-9670-3ECB-FE212371E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3DAD89C-D813-5000-A475-0833B6DE5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AE763EE-E975-A8D1-A3C6-9A7F1E2BCDA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97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794E-D99A-F5CC-C0EB-C641C750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DCB8319-C46D-C430-4E30-18EB8D66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2224586-E8DD-9768-DD64-F9D3AC170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87BDB6BA-8F5C-BF78-76DC-82729D29726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973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682B-3D95-FEC2-2EC7-202C750B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ECD804A-4B5B-A969-4E66-4EF6A1A77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DA8F1E5-C857-F115-8BA2-398CAC294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596B138F-057D-0C94-F7CA-587917021770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45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2025/3/30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大语言模型的原理和实现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09F8-95D9-1A1D-72C4-FC4769E07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00ED4BD6-047E-E06F-7589-E86EA274E16F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大语言模型本质是…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70352-6184-B257-2024-D07D5E5B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27" y="1200150"/>
            <a:ext cx="2265545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147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7837-D45E-CD79-BB51-A9296685C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CF1314C8-B5FF-A236-8A80-4A82E2423253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预训练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6FC2B8CF-9195-64DA-B1A3-DAFB3D0A77A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7632847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掩码语言建模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MLM(Masked Language Modeling)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CE6CE9A5-359F-49B0-C020-F9D020BE00D7}"/>
              </a:ext>
            </a:extLst>
          </p:cNvPr>
          <p:cNvSpPr>
            <a:spLocks/>
          </p:cNvSpPr>
          <p:nvPr/>
        </p:nvSpPr>
        <p:spPr>
          <a:xfrm>
            <a:off x="2748435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训练一个大语言模型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30F3A265-FFF7-6B4A-BF43-7B3CE070B7B0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963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34CC-E210-30FA-95C7-15DE5F0A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46D9681A-0862-665E-97DE-9464C6B20195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推理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4B451DAE-8FCE-0D51-61A5-4EB73BB159EB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问答</a:t>
            </a: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675DB0E4-361D-B024-77BB-2A572B9F88B6}"/>
              </a:ext>
            </a:extLst>
          </p:cNvPr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领域知识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C41526F3-195B-60EE-0DC7-430614BEB528}"/>
              </a:ext>
            </a:extLst>
          </p:cNvPr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翻译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1993FD7C-4A56-B5BC-69C5-0841761308D2}"/>
              </a:ext>
            </a:extLst>
          </p:cNvPr>
          <p:cNvSpPr>
            <a:spLocks/>
          </p:cNvSpPr>
          <p:nvPr/>
        </p:nvSpPr>
        <p:spPr>
          <a:xfrm>
            <a:off x="3710235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监督微调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68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9CBD-F095-A7DD-36CF-ACDF3B4E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547DCA2A-37B8-0672-53A6-385641F8CC2E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RAG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2BDEA398-3759-34B8-4A81-C0D694221D94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微调</a:t>
            </a: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15CE8C3F-0E67-7A53-19E8-DE8D2E2A5326}"/>
              </a:ext>
            </a:extLst>
          </p:cNvPr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提示词工程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EB0F8BE1-7614-E0AB-8539-C2209F365E9B}"/>
              </a:ext>
            </a:extLst>
          </p:cNvPr>
          <p:cNvSpPr>
            <a:spLocks/>
          </p:cNvSpPr>
          <p:nvPr/>
        </p:nvSpPr>
        <p:spPr>
          <a:xfrm>
            <a:off x="3710236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几个概念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3EF5BC3C-275C-ED68-B89A-BD25B05B5D39}"/>
              </a:ext>
            </a:extLst>
          </p:cNvPr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本地知识库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19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19D5-69A0-8F88-94DD-79B7D9B8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C35DC7CE-6ED9-32C7-BE6F-14489FF16768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kern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Attention is All You Need</a:t>
            </a:r>
            <a:endParaRPr lang="zh-CN" altLang="en-US" sz="3000" b="1" u="none" strike="noStrike" kern="1200" cap="none" spc="0" baseline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9CD36-947A-09DC-A5C3-B0580589C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074" y="1200150"/>
            <a:ext cx="2375852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7698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87C7-9D18-809E-B10C-B5DD6DAA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54B65EA9-859D-AE72-7393-23D692B06CBD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自注意力机制（单头）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ABDE4E-54B7-1A84-8F9E-DDFDA62E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885" y="1063624"/>
            <a:ext cx="2732230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1371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5F68-0335-ED9B-4507-E12E646D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585824F5-4307-937A-9B0E-5BE8B7A3A61E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多头自注意力机制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76403FB7-8955-19F2-6FBE-8E908E53E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18" y="1200150"/>
            <a:ext cx="2426763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347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3285-F7F2-16E3-872B-F3F113D1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D972C819-7B0F-107C-B6F0-15DB5E339CBD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Add &amp; Norm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6BE3ED9C-3447-E8AE-F4FC-D4A6075C9FA6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5324918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层归一化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Layer Normalization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67DB2640-2727-E921-85D9-67410578EE54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7632847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残差连接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Residual Connection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F564-1CE5-20F6-C97A-F0D6BCA5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908839A9-BB73-789F-1D3A-42E96C1C5AE5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u="none" strike="noStrike" kern="0" cap="none" spc="0" baseline="0" dirty="0" err="1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FeedForward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98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B364-38F6-56FB-CBCA-C5299A39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C5E4ACB8-C5CD-DEF4-251A-F494F8EE4AF7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位置编码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C2BBB-A6C4-A74B-E360-61FC820AE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067694"/>
            <a:ext cx="4190476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6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7BEB-60FA-96A9-8309-B7909ADF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EA7D1AB4-FCC4-8167-36A4-72C7FB859EE0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en-US" altLang="zh-CN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Encoder vs Decoder</a:t>
            </a:r>
            <a:endParaRPr lang="zh-CN" altLang="en-US" sz="3000" b="1" u="none" strike="noStrike" kern="1200" cap="none" spc="0" baseline="0" dirty="0">
              <a:solidFill>
                <a:srgbClr val="C9425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F574F7-8EE8-E0D3-30A4-AE95DD58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074" y="1200150"/>
            <a:ext cx="2375852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9003120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106772</TotalTime>
  <Words>88</Words>
  <Application>Microsoft Office PowerPoint</Application>
  <PresentationFormat>On-screen Show (16:9)</PresentationFormat>
  <Paragraphs>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t34475</cp:lastModifiedBy>
  <cp:revision>136</cp:revision>
  <dcterms:created xsi:type="dcterms:W3CDTF">2016-04-25T01:54:29Z</dcterms:created>
  <dcterms:modified xsi:type="dcterms:W3CDTF">2025-04-06T14:19:20Z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