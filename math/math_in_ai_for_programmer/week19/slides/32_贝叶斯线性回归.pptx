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324" r:id="rId3"/>
    <p:sldId id="355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2024/10/31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BBC8-3BAF-9767-D7BC-FB954005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1642CACD-E3D4-8545-D498-DCE933DEC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A46185FF-3315-6271-D5FB-B0717A328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2E88B8A-2C3A-E400-7E52-A513C7D42E9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372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2024/10/31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贝叶斯回归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2BE6-EDBC-5BAC-68C5-A3AEAFEE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>
            <a:extLst>
              <a:ext uri="{FF2B5EF4-FFF2-40B4-BE49-F238E27FC236}">
                <a16:creationId xmlns:a16="http://schemas.microsoft.com/office/drawing/2014/main" id="{7CEB4C17-AD92-115D-6392-9D0454A46916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393975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什么是贝叶斯回归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9CE095E5-E31C-5348-19FD-52B2288BCD75}"/>
              </a:ext>
            </a:extLst>
          </p:cNvPr>
          <p:cNvSpPr>
            <a:spLocks/>
          </p:cNvSpPr>
          <p:nvPr/>
        </p:nvSpPr>
        <p:spPr>
          <a:xfrm>
            <a:off x="827584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正则化与贝叶斯回归</a:t>
            </a: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FBD3CB8F-AE6F-0059-909C-643211F64170}"/>
              </a:ext>
            </a:extLst>
          </p:cNvPr>
          <p:cNvSpPr>
            <a:spLocks/>
          </p:cNvSpPr>
          <p:nvPr/>
        </p:nvSpPr>
        <p:spPr>
          <a:xfrm>
            <a:off x="3517873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贝叶斯回归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F6964BB5-4B99-D6D3-D657-8E705F6FB625}"/>
              </a:ext>
            </a:extLst>
          </p:cNvPr>
          <p:cNvSpPr>
            <a:spLocks/>
          </p:cNvSpPr>
          <p:nvPr/>
        </p:nvSpPr>
        <p:spPr>
          <a:xfrm>
            <a:off x="827584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贝叶斯回归的原理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7A3E66DB-11CE-E90A-88A5-131C45371827}"/>
              </a:ext>
            </a:extLst>
          </p:cNvPr>
          <p:cNvSpPr>
            <a:spLocks/>
          </p:cNvSpPr>
          <p:nvPr/>
        </p:nvSpPr>
        <p:spPr>
          <a:xfrm>
            <a:off x="827584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贝叶斯回归的代码实现</a:t>
            </a:r>
          </a:p>
        </p:txBody>
      </p:sp>
    </p:spTree>
    <p:extLst>
      <p:ext uri="{BB962C8B-B14F-4D97-AF65-F5344CB8AC3E}">
        <p14:creationId xmlns:p14="http://schemas.microsoft.com/office/powerpoint/2010/main" val="298312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4" grpId="0"/>
      <p:bldP spid="3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87100</TotalTime>
  <Words>34</Words>
  <Application>Microsoft Office PowerPoint</Application>
  <PresentationFormat>On-screen Show (16:9)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124</cp:revision>
  <dcterms:created xsi:type="dcterms:W3CDTF">2016-04-25T01:54:29Z</dcterms:created>
  <dcterms:modified xsi:type="dcterms:W3CDTF">2024-11-02T11:48:08Z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