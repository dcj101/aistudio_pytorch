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2"/>
  </p:notesMasterIdLst>
  <p:sldIdLst>
    <p:sldId id="299" r:id="rId3"/>
    <p:sldId id="311" r:id="rId4"/>
    <p:sldId id="307" r:id="rId5"/>
    <p:sldId id="312" r:id="rId6"/>
    <p:sldId id="317" r:id="rId7"/>
    <p:sldId id="295" r:id="rId8"/>
    <p:sldId id="313" r:id="rId9"/>
    <p:sldId id="315" r:id="rId10"/>
    <p:sldId id="316" r:id="rId11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80E2-9ED6-2B7A-4350-90135CF9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70E6FA4-451E-611F-1A70-096D3AB6F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F9604399-00DE-D3A0-D3F0-F8E753013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FEDC40E6-A7DC-B499-60DC-2F282B5B5C7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274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513DA-96EC-87F0-F5F1-43F41F5B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2F068E-EBB9-40E9-F20F-77BF31A92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D44DC75-4038-CA66-B89F-2597A9F4D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278758A-2EBB-2C4A-E091-0FC220BA3CE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81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D52E-E7C7-684C-DE45-24B288C4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32DF3C1-97F6-EC64-F6FE-9C7F55A7D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F3BAA9F-08F4-C532-382D-D87E7864F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953C6B8-3E75-837E-51D4-A4460A8EC40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499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1DA7-34BD-F7D1-7FD5-0DC97228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4B85CDF8-A535-EB94-A003-B79603504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90E07F94-5837-A51A-52C2-E46CD9D2A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ABC8389-B84C-57AF-C49A-975B8AD6C8C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699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567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06CE-ADB8-F86C-8BFF-94D7A091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480A41A-8C20-1EDD-53E5-993D7F885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3EF7B38-B21C-2436-579A-99B916676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7A00D4E-D926-32CD-ACC7-D7EE5F5DC4B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2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3631-E916-E83B-5C84-CFDB3CE6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3C50283-0FF2-0F41-561B-23787BFD9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3493549-7B11-4CB1-27B4-AE98236AB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548601D4-F1F5-DC1F-9821-4BC03BAFA0B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202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7BE95-1D3C-F44C-8059-951A5C1C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8DCD658-A6C6-7C2D-C73E-0DDD8B5BB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89B8683-DD4C-E6C5-AC23-F3457ABB4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6B57601-F640-6ACB-046E-B6FE18CB941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60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24BE-BF19-AD70-7CA1-DD4B2288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34900415-5F79-2857-42AA-0C6E6CB23B11}"/>
              </a:ext>
            </a:extLst>
          </p:cNvPr>
          <p:cNvSpPr>
            <a:spLocks/>
          </p:cNvSpPr>
          <p:nvPr/>
        </p:nvSpPr>
        <p:spPr>
          <a:xfrm>
            <a:off x="543224" y="27244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Matplotlib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F487B700-B8B0-7285-0323-09C7E943081D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Numpy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D6FF069D-8792-B2A9-E16F-8CEBAD027F22}"/>
              </a:ext>
            </a:extLst>
          </p:cNvPr>
          <p:cNvSpPr>
            <a:spLocks/>
          </p:cNvSpPr>
          <p:nvPr/>
        </p:nvSpPr>
        <p:spPr>
          <a:xfrm>
            <a:off x="2748426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检查当前的开发环境</a:t>
            </a:r>
          </a:p>
        </p:txBody>
      </p:sp>
    </p:spTree>
    <p:extLst>
      <p:ext uri="{BB962C8B-B14F-4D97-AF65-F5344CB8AC3E}">
        <p14:creationId xmlns:p14="http://schemas.microsoft.com/office/powerpoint/2010/main" val="175852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CE880-18AF-E0E0-82E8-FB794383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6A21FBFE-1099-6E3D-D25E-50513FF2F403}"/>
              </a:ext>
            </a:extLst>
          </p:cNvPr>
          <p:cNvSpPr>
            <a:spLocks/>
          </p:cNvSpPr>
          <p:nvPr/>
        </p:nvSpPr>
        <p:spPr>
          <a:xfrm>
            <a:off x="539551" y="27244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!pip list</a:t>
            </a:r>
            <a:endParaRPr lang="zh-CN" altLang="en-US" sz="2000" i="1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286A3634-A916-BBCD-A08B-3DBAA37C2A8E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!pip show </a:t>
            </a:r>
            <a:r>
              <a:rPr lang="en-US" altLang="zh-CN" sz="2000" i="1" dirty="0" err="1">
                <a:solidFill>
                  <a:srgbClr val="474747"/>
                </a:solidFill>
                <a:latin typeface="微软雅黑" charset="0"/>
                <a:ea typeface="微软雅黑" charset="0"/>
              </a:rPr>
              <a:t>packagename</a:t>
            </a:r>
            <a:endParaRPr lang="zh-CN" altLang="en-US" sz="2000" i="1" dirty="0">
              <a:solidFill>
                <a:srgbClr val="474747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3F2B46F6-AE9A-8EC7-CCD3-7AB44FFE5C31}"/>
              </a:ext>
            </a:extLst>
          </p:cNvPr>
          <p:cNvSpPr>
            <a:spLocks/>
          </p:cNvSpPr>
          <p:nvPr/>
        </p:nvSpPr>
        <p:spPr>
          <a:xfrm>
            <a:off x="539551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Import </a:t>
            </a:r>
            <a:r>
              <a:rPr lang="en-US" altLang="zh-CN" sz="2000" i="1" dirty="0" err="1">
                <a:solidFill>
                  <a:srgbClr val="474747"/>
                </a:solidFill>
                <a:latin typeface="微软雅黑" charset="0"/>
                <a:ea typeface="微软雅黑" charset="0"/>
              </a:rPr>
              <a:t>packagename</a:t>
            </a:r>
            <a:r>
              <a:rPr lang="en-US" altLang="zh-CN" sz="2000" i="1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;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print(</a:t>
            </a:r>
            <a:r>
              <a:rPr lang="en-US" altLang="zh-CN" sz="2000" i="1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package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.__version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__)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97F71DCA-3830-B032-642A-8915351E390E}"/>
              </a:ext>
            </a:extLst>
          </p:cNvPr>
          <p:cNvSpPr>
            <a:spLocks/>
          </p:cNvSpPr>
          <p:nvPr/>
        </p:nvSpPr>
        <p:spPr>
          <a:xfrm>
            <a:off x="2748432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检查当前的开发环境</a:t>
            </a:r>
          </a:p>
        </p:txBody>
      </p:sp>
    </p:spTree>
    <p:extLst>
      <p:ext uri="{BB962C8B-B14F-4D97-AF65-F5344CB8AC3E}">
        <p14:creationId xmlns:p14="http://schemas.microsoft.com/office/powerpoint/2010/main" val="256944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E4E4-A249-9672-DC78-BD051AA3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7EC9D0B0-F9E6-272B-E516-F65FBD9BCB14}"/>
              </a:ext>
            </a:extLst>
          </p:cNvPr>
          <p:cNvSpPr>
            <a:spLocks/>
          </p:cNvSpPr>
          <p:nvPr/>
        </p:nvSpPr>
        <p:spPr>
          <a:xfrm>
            <a:off x="3902588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折线图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9ADDE-84C5-E1E7-00E5-BB39F6C78B1A}"/>
              </a:ext>
            </a:extLst>
          </p:cNvPr>
          <p:cNvSpPr txBox="1"/>
          <p:nvPr/>
        </p:nvSpPr>
        <p:spPr>
          <a:xfrm>
            <a:off x="899592" y="1419622"/>
            <a:ext cx="72728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某城市一周内每天气温如下，请使用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绘制一个折线图来展示这一周气温的变化：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[17, 15, 16, 18, 19, 21, 20]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提示：使用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plt.plot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函数来绘制折线图</a:t>
            </a:r>
          </a:p>
        </p:txBody>
      </p:sp>
    </p:spTree>
    <p:extLst>
      <p:ext uri="{BB962C8B-B14F-4D97-AF65-F5344CB8AC3E}">
        <p14:creationId xmlns:p14="http://schemas.microsoft.com/office/powerpoint/2010/main" val="262238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260F-CF19-0556-ECEF-46A0EB78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5C68FD34-60DE-0B3D-1355-17E944EFE6CE}"/>
              </a:ext>
            </a:extLst>
          </p:cNvPr>
          <p:cNvSpPr>
            <a:spLocks/>
          </p:cNvSpPr>
          <p:nvPr/>
        </p:nvSpPr>
        <p:spPr>
          <a:xfrm>
            <a:off x="3902588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柱状图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17067-335C-D3C0-F266-BE6B41EA4013}"/>
              </a:ext>
            </a:extLst>
          </p:cNvPr>
          <p:cNvSpPr txBox="1"/>
          <p:nvPr/>
        </p:nvSpPr>
        <p:spPr>
          <a:xfrm>
            <a:off x="899592" y="1419622"/>
            <a:ext cx="727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小明每年都进行了身高测量，最近几年的身高分别是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[102, 105, 110, 114, 120]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厘米，请使用柱状图来表示最近几年的身高情况 </a:t>
            </a: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提示：使用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plt.bar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函数来绘制柱状图</a:t>
            </a:r>
          </a:p>
        </p:txBody>
      </p:sp>
    </p:spTree>
    <p:extLst>
      <p:ext uri="{BB962C8B-B14F-4D97-AF65-F5344CB8AC3E}">
        <p14:creationId xmlns:p14="http://schemas.microsoft.com/office/powerpoint/2010/main" val="74925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B3C10961-3341-6015-9B34-8333314F95BA}"/>
              </a:ext>
            </a:extLst>
          </p:cNvPr>
          <p:cNvSpPr>
            <a:spLocks/>
          </p:cNvSpPr>
          <p:nvPr/>
        </p:nvSpPr>
        <p:spPr>
          <a:xfrm>
            <a:off x="4094948" y="577890"/>
            <a:ext cx="95410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饼图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76BB7-E59D-9933-A8BC-5D94051A0155}"/>
              </a:ext>
            </a:extLst>
          </p:cNvPr>
          <p:cNvSpPr txBox="1"/>
          <p:nvPr/>
        </p:nvSpPr>
        <p:spPr>
          <a:xfrm>
            <a:off x="899592" y="1419622"/>
            <a:ext cx="7272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对公司里面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个开发人员最擅长的编程语言做统计结果如下：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[Python 30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Java 25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人，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Javascript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/Typescript 20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人，其他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25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]</a:t>
            </a: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请使用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绘制一个饼图来展示这个结果。</a:t>
            </a: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要求设置饼图的标题，和各个块的标签</a:t>
            </a: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</a:t>
            </a: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使用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plt.pie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函数来绘制饼图。</a:t>
            </a:r>
          </a:p>
        </p:txBody>
      </p:sp>
    </p:spTree>
    <p:extLst>
      <p:ext uri="{BB962C8B-B14F-4D97-AF65-F5344CB8AC3E}">
        <p14:creationId xmlns:p14="http://schemas.microsoft.com/office/powerpoint/2010/main" val="156849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8B91-5B20-D438-1D35-D7DEFFCA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6EAEE9E3-3C33-BFBE-1151-D8751C3F38A9}"/>
              </a:ext>
            </a:extLst>
          </p:cNvPr>
          <p:cNvSpPr>
            <a:spLocks/>
          </p:cNvSpPr>
          <p:nvPr/>
        </p:nvSpPr>
        <p:spPr>
          <a:xfrm>
            <a:off x="3902589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散点图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CD1D1-8E23-1980-80A5-8C3522C08914}"/>
              </a:ext>
            </a:extLst>
          </p:cNvPr>
          <p:cNvSpPr txBox="1"/>
          <p:nvPr/>
        </p:nvSpPr>
        <p:spPr>
          <a:xfrm>
            <a:off x="899592" y="1419622"/>
            <a:ext cx="727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有一个关于学生身高（厘米）和体重（公斤）的数据集，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[(160, 50), (170, 60), (165, 55), (180, 75), (175, 70)]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。请使用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绘制一个散点图来展示身高和体重之间的关系。</a:t>
            </a: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提示：使用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plt.scatter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函数来绘制散点图</a:t>
            </a:r>
          </a:p>
        </p:txBody>
      </p:sp>
    </p:spTree>
    <p:extLst>
      <p:ext uri="{BB962C8B-B14F-4D97-AF65-F5344CB8AC3E}">
        <p14:creationId xmlns:p14="http://schemas.microsoft.com/office/powerpoint/2010/main" val="267834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5A17-1C5E-8F01-A111-CD89138F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03493F5D-CE5D-1C53-22A1-A7EBE742D2AD}"/>
              </a:ext>
            </a:extLst>
          </p:cNvPr>
          <p:cNvSpPr>
            <a:spLocks/>
          </p:cNvSpPr>
          <p:nvPr/>
        </p:nvSpPr>
        <p:spPr>
          <a:xfrm>
            <a:off x="3902591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直方图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C1169-F9F7-06B8-EC19-B39F2868597A}"/>
              </a:ext>
            </a:extLst>
          </p:cNvPr>
          <p:cNvSpPr txBox="1"/>
          <p:nvPr/>
        </p:nvSpPr>
        <p:spPr>
          <a:xfrm>
            <a:off x="899592" y="1419622"/>
            <a:ext cx="7272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有一个关于某班级学生考试成绩的数据集（例如：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[60, 70, 70, 80, 85, 90, 90, 95, 100]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），请使用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绘制一个直方图来展示考试成绩的分布。要求直方图有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个柱子；柱子背景黄色，边框黑色</a:t>
            </a: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</a:t>
            </a: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使用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plt.hist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函数来绘制直方图。</a:t>
            </a: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可以设置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bin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的数量来调整直方图的粒度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color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指定柱子颜色；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edgecolor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指定边框颜色</a:t>
            </a:r>
          </a:p>
        </p:txBody>
      </p:sp>
    </p:spTree>
    <p:extLst>
      <p:ext uri="{BB962C8B-B14F-4D97-AF65-F5344CB8AC3E}">
        <p14:creationId xmlns:p14="http://schemas.microsoft.com/office/powerpoint/2010/main" val="2936907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D73B-C744-5771-CD16-DAFB90C7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F8DC841F-CEEC-F382-A9E0-626E73DED9B5}"/>
              </a:ext>
            </a:extLst>
          </p:cNvPr>
          <p:cNvSpPr>
            <a:spLocks/>
          </p:cNvSpPr>
          <p:nvPr/>
        </p:nvSpPr>
        <p:spPr>
          <a:xfrm>
            <a:off x="3439325" y="577890"/>
            <a:ext cx="226536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绘制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3D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曲面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F534F2-DEE9-7FB4-85DE-94775C1505C6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2073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绘制一个关于函数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dirty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 dirty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的三维曲面；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endParaRPr lang="zh-CN" altLang="en-US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提示：</a:t>
                </a:r>
              </a:p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用 </a:t>
                </a:r>
                <a:r>
                  <a:rPr lang="en-US" altLang="zh-CN" dirty="0" err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np.linspace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均匀分布的数据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用 </a:t>
                </a:r>
                <a:r>
                  <a:rPr lang="en-US" altLang="zh-CN" dirty="0" err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np.meshgrid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生成网格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Z</a:t>
                </a:r>
                <a:r>
                  <a:rPr lang="pl-PL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= np.exp(-(X**2 + Y**2))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用 </a:t>
                </a:r>
                <a:r>
                  <a:rPr lang="en-US" altLang="zh-CN" dirty="0" err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fig.add_subplot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(111, projection=‘3d‘) 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设置生成三维图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F534F2-DEE9-7FB4-85DE-94775C150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2073645"/>
              </a:xfrm>
              <a:prstGeom prst="rect">
                <a:avLst/>
              </a:prstGeom>
              <a:blipFill>
                <a:blip r:embed="rId3"/>
                <a:stretch>
                  <a:fillRect l="-754" b="-3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63042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15267</TotalTime>
  <Words>445</Words>
  <Application>Microsoft Office PowerPoint</Application>
  <PresentationFormat>On-screen Show (16:9)</PresentationFormat>
  <Paragraphs>55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Microsoft YaHei UI</vt:lpstr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45</cp:revision>
  <dcterms:created xsi:type="dcterms:W3CDTF">2016-04-25T01:54:29Z</dcterms:created>
  <dcterms:modified xsi:type="dcterms:W3CDTF">2025-01-05T07:54:13Z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