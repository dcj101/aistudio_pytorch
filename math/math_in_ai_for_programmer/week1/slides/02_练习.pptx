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07" r:id="rId4"/>
    <p:sldId id="312" r:id="rId5"/>
    <p:sldId id="318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13DA-96EC-87F0-F5F1-43F41F5B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2F068E-EBB9-40E9-F20F-77BF31A92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D44DC75-4038-CA66-B89F-2597A9F4D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278758A-2EBB-2C4A-E091-0FC220BA3CE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816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D52E-E7C7-684C-DE45-24B288C4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32DF3C1-97F6-EC64-F6FE-9C7F55A7D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F3BAA9F-08F4-C532-382D-D87E7864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953C6B8-3E75-837E-51D4-A4460A8EC40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99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72AD-3050-05F6-530E-5E08B177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DE6EC8D6-A6AF-4A09-75FB-AB1EE6D05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7D8F9D4-F0CD-E661-601F-048330476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530C40EF-5369-0229-83B5-884E17C68B2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76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练习：手解多元一次方程组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E880-18AF-E0E0-82E8-FB794383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6A21FBFE-1099-6E3D-D25E-50513FF2F403}"/>
              </a:ext>
            </a:extLst>
          </p:cNvPr>
          <p:cNvSpPr>
            <a:spLocks/>
          </p:cNvSpPr>
          <p:nvPr/>
        </p:nvSpPr>
        <p:spPr>
          <a:xfrm>
            <a:off x="539551" y="27244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培养数学感觉</a:t>
            </a:r>
            <a:endParaRPr lang="zh-CN" altLang="en-US" sz="2000" i="1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286A3634-A916-BBCD-A08B-3DBAA37C2A8E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</a:rPr>
              <a:t>世界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上的问题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</a:rPr>
              <a:t>本质上就是方程组</a:t>
            </a:r>
            <a:endParaRPr lang="zh-CN" altLang="en-US" sz="2000" i="1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3F2B46F6-AE9A-8EC7-CCD3-7AB44FFE5C31}"/>
              </a:ext>
            </a:extLst>
          </p:cNvPr>
          <p:cNvSpPr>
            <a:spLocks/>
          </p:cNvSpPr>
          <p:nvPr/>
        </p:nvSpPr>
        <p:spPr>
          <a:xfrm>
            <a:off x="539551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其它知识的基础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97F71DCA-3830-B032-642A-8915351E390E}"/>
              </a:ext>
            </a:extLst>
          </p:cNvPr>
          <p:cNvSpPr>
            <a:spLocks/>
          </p:cNvSpPr>
          <p:nvPr/>
        </p:nvSpPr>
        <p:spPr>
          <a:xfrm>
            <a:off x="1978993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为什么要手工求解线性方程组</a:t>
            </a:r>
          </a:p>
        </p:txBody>
      </p:sp>
    </p:spTree>
    <p:extLst>
      <p:ext uri="{BB962C8B-B14F-4D97-AF65-F5344CB8AC3E}">
        <p14:creationId xmlns:p14="http://schemas.microsoft.com/office/powerpoint/2010/main" val="256944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E4E4-A249-9672-DC78-BD051AA3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7EC9D0B0-F9E6-272B-E516-F65FBD9BCB14}"/>
              </a:ext>
            </a:extLst>
          </p:cNvPr>
          <p:cNvSpPr>
            <a:spLocks/>
          </p:cNvSpPr>
          <p:nvPr/>
        </p:nvSpPr>
        <p:spPr>
          <a:xfrm>
            <a:off x="2556070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代入法求解下列方程组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99ADDE-84C5-E1E7-00E5-BB39F6C78B1A}"/>
                  </a:ext>
                </a:extLst>
              </p:cNvPr>
              <p:cNvSpPr txBox="1"/>
              <p:nvPr/>
            </p:nvSpPr>
            <p:spPr>
              <a:xfrm>
                <a:off x="1187624" y="2067694"/>
                <a:ext cx="5256584" cy="1177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=10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99ADDE-84C5-E1E7-00E5-BB39F6C7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067694"/>
                <a:ext cx="5256584" cy="11775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38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7DF7-546C-356F-12CF-92E17B06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A69C374C-77A4-0081-C55A-EEC19FF8FEF2}"/>
              </a:ext>
            </a:extLst>
          </p:cNvPr>
          <p:cNvSpPr>
            <a:spLocks/>
          </p:cNvSpPr>
          <p:nvPr/>
        </p:nvSpPr>
        <p:spPr>
          <a:xfrm>
            <a:off x="1978992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用高斯消元法求解下列方程组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B429EF-1318-8D1A-5279-626251646374}"/>
                  </a:ext>
                </a:extLst>
              </p:cNvPr>
              <p:cNvSpPr txBox="1"/>
              <p:nvPr/>
            </p:nvSpPr>
            <p:spPr>
              <a:xfrm>
                <a:off x="2483768" y="2211710"/>
                <a:ext cx="3816474" cy="1177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=10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B429EF-1318-8D1A-5279-626251646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211710"/>
                <a:ext cx="3816474" cy="11775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52020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16445</TotalTime>
  <Words>39</Words>
  <Application>Microsoft Office PowerPoint</Application>
  <PresentationFormat>On-screen Show (16:9)</PresentationFormat>
  <Paragraphs>12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Microsoft YaHei UI</vt:lpstr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46</cp:revision>
  <dcterms:created xsi:type="dcterms:W3CDTF">2016-04-25T01:54:29Z</dcterms:created>
  <dcterms:modified xsi:type="dcterms:W3CDTF">2025-01-06T03:33:20Z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