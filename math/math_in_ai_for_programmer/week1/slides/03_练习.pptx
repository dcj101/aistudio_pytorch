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1"/>
  </p:notesMasterIdLst>
  <p:sldIdLst>
    <p:sldId id="299" r:id="rId3"/>
    <p:sldId id="325" r:id="rId4"/>
    <p:sldId id="320" r:id="rId5"/>
    <p:sldId id="322" r:id="rId6"/>
    <p:sldId id="323" r:id="rId7"/>
    <p:sldId id="324" r:id="rId8"/>
    <p:sldId id="319" r:id="rId9"/>
    <p:sldId id="321" r:id="rId10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898D-5BFE-7FAD-81C3-CEE7AF52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1AB19FE-E998-CF6B-FA81-5EFF68327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BEA81F7-F3A9-9B1A-9EEE-5A115E638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D1B148E-AB48-F937-DA6A-1CB50E654BD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79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ED2E-47FE-900C-A36D-B7E4DF847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C45C2D29-8CE3-7706-99C2-FB24BA289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36E3CC62-BB82-9653-F3DE-CDEF53E01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5C1F74C-1171-46C6-556C-F9A07122999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79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F3EB-4506-9AA3-2A07-9163D83E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8C61AA0-C19B-B8D2-4EA6-C3F3FE1D7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251BB8EE-A7C1-A545-EB80-AB28E8219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E118E82-0AC5-0E65-BB67-8E478CA7336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106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1052-7289-647A-5093-9E61D414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62C4EE6-B29E-E417-97F5-F6A72984E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BDE25A6-8FF8-20E9-4FB4-1D88AC7C3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829DA6DE-4445-769C-1AE3-66769307490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06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D52E-E7C7-684C-DE45-24B288C4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32DF3C1-97F6-EC64-F6FE-9C7F55A7D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F3BAA9F-08F4-C532-382D-D87E7864F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953C6B8-3E75-837E-51D4-A4460A8EC40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499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38B1-22D6-2BDE-6069-E305F513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AF42803-17D8-7CED-854F-C9AB103A6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D1463AF-929B-9BD8-7EDB-A5DFDD9FC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9A43C5B1-0196-5B77-5054-32FE435B169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3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练习：矩阵入门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向量加减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两个向量</a:t>
            </a:r>
            <a:r>
              <a:rPr lang="en-US" altLang="zh-CN" dirty="0"/>
              <a:t>a = [1, 2, 3], b = [7, 8, 9]</a:t>
            </a:r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手工计算</a:t>
            </a:r>
            <a:r>
              <a:rPr lang="en-US" altLang="zh-CN" dirty="0"/>
              <a:t>a + b</a:t>
            </a:r>
            <a:r>
              <a:rPr lang="zh-CN" altLang="en-US" dirty="0"/>
              <a:t>的结果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用</a:t>
            </a:r>
            <a:r>
              <a:rPr lang="en-US" altLang="zh-CN" dirty="0"/>
              <a:t>python</a:t>
            </a:r>
            <a:r>
              <a:rPr lang="zh-CN" altLang="en-US" dirty="0"/>
              <a:t>验算手工计算的结果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94E9-EB66-82D6-A8D8-D30CDC25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596B6C55-8451-2D63-7990-80D9552E208D}"/>
              </a:ext>
            </a:extLst>
          </p:cNvPr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向量点积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9D3E0-A7A7-3708-66CF-9EC4FA9997DD}"/>
              </a:ext>
            </a:extLst>
          </p:cNvPr>
          <p:cNvSpPr txBox="1"/>
          <p:nvPr/>
        </p:nvSpPr>
        <p:spPr>
          <a:xfrm>
            <a:off x="899592" y="1419622"/>
            <a:ext cx="727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dirty="0"/>
              <a:t>两个向量</a:t>
            </a:r>
            <a:r>
              <a:rPr lang="en-US" altLang="zh-CN" dirty="0"/>
              <a:t>a = [1, 2, 3], b = [7, 8, 9]</a:t>
            </a:r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手工计算</a:t>
            </a:r>
            <a:r>
              <a:rPr lang="en-US" altLang="zh-CN" dirty="0" err="1"/>
              <a:t>a·b</a:t>
            </a:r>
            <a:r>
              <a:rPr lang="zh-CN" altLang="en-US" dirty="0"/>
              <a:t>的点积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用</a:t>
            </a:r>
            <a:r>
              <a:rPr lang="en-US" altLang="zh-CN" dirty="0"/>
              <a:t>python</a:t>
            </a:r>
            <a:r>
              <a:rPr lang="zh-CN" altLang="en-US" dirty="0"/>
              <a:t>验算手工计算的结果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830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CFB0-4960-D3B4-3F17-7DC36AC5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D58D56F-7D81-B833-A056-92CC119780B1}"/>
              </a:ext>
            </a:extLst>
          </p:cNvPr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向量范数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A5855-9D15-D9F6-00C0-451617409337}"/>
              </a:ext>
            </a:extLst>
          </p:cNvPr>
          <p:cNvSpPr txBox="1"/>
          <p:nvPr/>
        </p:nvSpPr>
        <p:spPr>
          <a:xfrm>
            <a:off x="899592" y="1419622"/>
            <a:ext cx="727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对于向量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= [3, −2, 4, −1]</a:t>
            </a: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分别手工计算它的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和无穷范数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numpy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验证刚才的计算结果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48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CD508-0A71-CF4A-98C6-84D6B578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EAE839CB-F2E2-BD09-3797-0B8F6E748A12}"/>
              </a:ext>
            </a:extLst>
          </p:cNvPr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矩阵点积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19D59B-0FED-DD09-EA7D-53689491B346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1661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有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2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个如下矩阵，手工计算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A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和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B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的点积，并用</a:t>
                </a:r>
                <a:r>
                  <a:rPr lang="en-US" altLang="zh-CN" dirty="0" err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numpy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验证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i="0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19D59B-0FED-DD09-EA7D-53689491B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1661545"/>
              </a:xfrm>
              <a:prstGeom prst="rect">
                <a:avLst/>
              </a:prstGeom>
              <a:blipFill>
                <a:blip r:embed="rId3"/>
                <a:stretch>
                  <a:fillRect l="-754"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22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FF973-9BB2-8410-1DD5-CAD14DC7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EFA4A3D2-2D1F-F2EE-9317-5A8FBD7E4278}"/>
              </a:ext>
            </a:extLst>
          </p:cNvPr>
          <p:cNvSpPr>
            <a:spLocks/>
          </p:cNvSpPr>
          <p:nvPr/>
        </p:nvSpPr>
        <p:spPr>
          <a:xfrm>
            <a:off x="3517869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矩阵的性质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56D3B-3BAC-7904-F7E6-C97D326466C2}"/>
              </a:ext>
            </a:extLst>
          </p:cNvPr>
          <p:cNvSpPr txBox="1"/>
          <p:nvPr/>
        </p:nvSpPr>
        <p:spPr>
          <a:xfrm>
            <a:off x="899592" y="1419622"/>
            <a:ext cx="727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3×3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的单位矩阵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是正交矩阵吗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54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E4E4-A249-9672-DC78-BD051AA3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7EC9D0B0-F9E6-272B-E516-F65FBD9BCB14}"/>
              </a:ext>
            </a:extLst>
          </p:cNvPr>
          <p:cNvSpPr>
            <a:spLocks/>
          </p:cNvSpPr>
          <p:nvPr/>
        </p:nvSpPr>
        <p:spPr>
          <a:xfrm>
            <a:off x="3710227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向量加减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9ADDE-84C5-E1E7-00E5-BB39F6C78B1A}"/>
              </a:ext>
            </a:extLst>
          </p:cNvPr>
          <p:cNvSpPr txBox="1"/>
          <p:nvPr/>
        </p:nvSpPr>
        <p:spPr>
          <a:xfrm>
            <a:off x="899592" y="1419622"/>
            <a:ext cx="7272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Numpy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float64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类型的向量，这两个向量的元素分别是：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a=[3, 5]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b=[2, 1]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将这两个向量用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箭头在坐标中表示出来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将向量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相加得到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，在坐标中将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用箭头表示出来；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axis.quiver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或者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axis.annotate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可以用来在坐标中画箭头</a:t>
            </a:r>
          </a:p>
        </p:txBody>
      </p:sp>
    </p:spTree>
    <p:extLst>
      <p:ext uri="{BB962C8B-B14F-4D97-AF65-F5344CB8AC3E}">
        <p14:creationId xmlns:p14="http://schemas.microsoft.com/office/powerpoint/2010/main" val="286670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D55E-5846-DB46-5290-3F6CE1B2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3AC3C36E-E46F-B8FE-55C3-120179064602}"/>
              </a:ext>
            </a:extLst>
          </p:cNvPr>
          <p:cNvSpPr>
            <a:spLocks/>
          </p:cNvSpPr>
          <p:nvPr/>
        </p:nvSpPr>
        <p:spPr>
          <a:xfrm>
            <a:off x="3591604" y="577890"/>
            <a:ext cx="196079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点积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26EC6-7F74-AB99-178D-6A9FB17AB256}"/>
              </a:ext>
            </a:extLst>
          </p:cNvPr>
          <p:cNvSpPr txBox="1"/>
          <p:nvPr/>
        </p:nvSpPr>
        <p:spPr>
          <a:xfrm>
            <a:off x="899592" y="1419622"/>
            <a:ext cx="72728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有几组向量，分别是：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= [3, 0], b = [1.414, 1.414]</a:t>
            </a: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= [3, 0], b = [0, 2]</a:t>
            </a: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= [3, 0], b = [-1.414, 1.414]</a:t>
            </a: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 = [3, 0], b = [-2, 0]</a:t>
            </a: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将这几组向量用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matplotlib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分别在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个坐标中画出来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计算这几组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的点积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fig, axes =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plt.subplots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生成多个子图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319437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18126</TotalTime>
  <Words>351</Words>
  <Application>Microsoft Office PowerPoint</Application>
  <PresentationFormat>On-screen Show (16:9)</PresentationFormat>
  <Paragraphs>49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Microsoft YaHei UI</vt:lpstr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48</cp:revision>
  <dcterms:created xsi:type="dcterms:W3CDTF">2016-04-25T01:54:29Z</dcterms:created>
  <dcterms:modified xsi:type="dcterms:W3CDTF">2025-01-09T11:17:32Z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