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34" r:id="rId5"/>
    <p:sldId id="335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0850-6F00-4215-BFBC-7767BB14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CF9FB370-6AC9-AC56-4AB0-990F00B94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C46F945B-3647-D488-8889-37F76B84D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E493303E-AC4B-51FF-A55B-D69DC0273DAF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51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6A26-0EB3-F96D-9C4C-31D2DE4D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789DC6D-23C5-416E-B24B-ACFE114D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D3C7681-0E3A-9601-E2F8-05E1139A4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F41AE7A-559D-1C59-C3AA-C302D59E043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2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练习：神经网络梯度问题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2437508" y="577890"/>
            <a:ext cx="426911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神经网络梯度问题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综合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生成围绕直线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y=2x+1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附近的随机数据集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用</a:t>
            </a:r>
            <a:r>
              <a:rPr lang="en-US" altLang="zh-CN" sz="2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Numpy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实现一个输入节点数量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1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，隐藏层大小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10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，输出节点大小为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1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的神经网络；并用数据集进行训练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隐藏层用</a:t>
            </a:r>
            <a:r>
              <a:rPr lang="en-US" altLang="zh-CN" sz="2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ReLU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激活函数，损失函数用均方误差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7B2D-0BBD-6478-C008-DE2A13BC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31125F97-88E5-DA13-A26A-FA77754A02FD}"/>
              </a:ext>
            </a:extLst>
          </p:cNvPr>
          <p:cNvSpPr>
            <a:spLocks/>
          </p:cNvSpPr>
          <p:nvPr/>
        </p:nvSpPr>
        <p:spPr>
          <a:xfrm>
            <a:off x="2437506" y="577890"/>
            <a:ext cx="426911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神经网络梯度问题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综合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C9CBE-622B-66CA-A98D-2666109A95F1}"/>
              </a:ext>
            </a:extLst>
          </p:cNvPr>
          <p:cNvSpPr txBox="1"/>
          <p:nvPr/>
        </p:nvSpPr>
        <p:spPr>
          <a:xfrm>
            <a:off x="899592" y="1419622"/>
            <a:ext cx="727285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对神经网络加上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L2正则化项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02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A442-A46C-3404-E506-64FCFA25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84948FC-5D29-A25A-F0B5-F1059E0B466E}"/>
              </a:ext>
            </a:extLst>
          </p:cNvPr>
          <p:cNvSpPr>
            <a:spLocks/>
          </p:cNvSpPr>
          <p:nvPr/>
        </p:nvSpPr>
        <p:spPr>
          <a:xfrm>
            <a:off x="2437506" y="577890"/>
            <a:ext cx="426911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神经网络梯度问题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综合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329F0-69AC-01EE-19A6-980C9A1262C8}"/>
              </a:ext>
            </a:extLst>
          </p:cNvPr>
          <p:cNvSpPr txBox="1"/>
          <p:nvPr/>
        </p:nvSpPr>
        <p:spPr>
          <a:xfrm>
            <a:off x="899592" y="1419622"/>
            <a:ext cx="7272858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对神经网络加上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L1正则化项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，观察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L1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正则化后参数与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L2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正则化后参数的区别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64244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35810</TotalTime>
  <Words>100</Words>
  <Application>Microsoft Office PowerPoint</Application>
  <PresentationFormat>On-screen Show (16:9)</PresentationFormat>
  <Paragraphs>12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77</cp:revision>
  <dcterms:created xsi:type="dcterms:W3CDTF">2016-04-25T01:54:29Z</dcterms:created>
  <dcterms:modified xsi:type="dcterms:W3CDTF">2025-02-08T05:43:19Z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