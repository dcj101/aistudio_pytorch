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5"/>
  </p:notesMasterIdLst>
  <p:sldIdLst>
    <p:sldId id="299" r:id="rId3"/>
    <p:sldId id="325" r:id="rId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2025/1/22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练习：常用的数据处理方式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3325516" y="577890"/>
            <a:ext cx="249299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综合数据处理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有</a:t>
            </a:r>
            <a:r>
              <a:rPr lang="en-US" altLang="zh-CN" dirty="0" err="1"/>
              <a:t>统计出的不同用户不同时间段用电情况</a:t>
            </a:r>
            <a:r>
              <a:rPr lang="zh-CN" altLang="en-US" dirty="0"/>
              <a:t>如表：</a:t>
            </a:r>
            <a:r>
              <a:rPr lang="en-US" altLang="zh-CN" dirty="0"/>
              <a:t>energy_data.csv</a:t>
            </a:r>
            <a:r>
              <a:rPr lang="zh-CN" altLang="en-US" dirty="0"/>
              <a:t>，请编写代码对这些数据进行必要的处理，以适合机器学习算法处理。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29395</TotalTime>
  <Words>37</Words>
  <Application>Microsoft Office PowerPoint</Application>
  <PresentationFormat>On-screen Show (16:9)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微软雅黑</vt:lpstr>
      <vt:lpstr>Arial</vt:lpstr>
      <vt:lpstr>Calibri</vt:lpstr>
      <vt:lpstr>讲师ppt模板20141215</vt:lpstr>
      <vt:lpstr>讲师ppt模板20141215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57</cp:revision>
  <dcterms:created xsi:type="dcterms:W3CDTF">2016-04-25T01:54:29Z</dcterms:created>
  <dcterms:modified xsi:type="dcterms:W3CDTF">2025-01-23T09:45:43Z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