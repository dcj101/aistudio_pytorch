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9"/>
  </p:notesMasterIdLst>
  <p:sldIdLst>
    <p:sldId id="324" r:id="rId3"/>
    <p:sldId id="335" r:id="rId4"/>
    <p:sldId id="332" r:id="rId5"/>
    <p:sldId id="333" r:id="rId6"/>
    <p:sldId id="336" r:id="rId7"/>
    <p:sldId id="338" r:id="rId8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2024/8/22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82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592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891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656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610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2024/8/22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微积分基础：连续性，极限，导数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连续性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3517865" y="577890"/>
            <a:ext cx="210826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微积分基础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导数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极限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8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极限的定义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940785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微积分基础：极限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有理化求极限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常用函数的极限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矩形">
            <a:extLst>
              <a:ext uri="{FF2B5EF4-FFF2-40B4-BE49-F238E27FC236}">
                <a16:creationId xmlns:a16="http://schemas.microsoft.com/office/drawing/2014/main" id="{73C16520-4A49-0BBC-3D82-BFE893152FD5}"/>
              </a:ext>
            </a:extLst>
          </p:cNvPr>
          <p:cNvSpPr>
            <a:spLocks/>
          </p:cNvSpPr>
          <p:nvPr/>
        </p:nvSpPr>
        <p:spPr>
          <a:xfrm>
            <a:off x="525548" y="346660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复合函数的极限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B94C5C3C-4545-1D6B-F83F-2F9344067041}"/>
              </a:ext>
            </a:extLst>
          </p:cNvPr>
          <p:cNvSpPr>
            <a:spLocks/>
          </p:cNvSpPr>
          <p:nvPr/>
        </p:nvSpPr>
        <p:spPr>
          <a:xfrm>
            <a:off x="525548" y="2808488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极限的运算规则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直接替换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556068" y="577890"/>
            <a:ext cx="403187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微积分基础：计算极值</a:t>
            </a: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有理化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80848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因式分解和化简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78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符号计算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082382" y="577890"/>
            <a:ext cx="497924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SymPy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: Symbolic Python</a:t>
            </a:r>
            <a:endParaRPr lang="zh-CN" altLang="en-US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150369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绘图、打印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312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>
            <a:off x="525548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开源，免费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矩形"/>
          <p:cNvSpPr>
            <a:spLocks/>
          </p:cNvSpPr>
          <p:nvPr/>
        </p:nvSpPr>
        <p:spPr>
          <a:xfrm>
            <a:off x="2082377" y="577890"/>
            <a:ext cx="4979248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CN" sz="3000" b="1" kern="0" dirty="0" err="1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SymPy</a:t>
            </a:r>
            <a:r>
              <a:rPr lang="en-US" altLang="zh-CN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: Symbolic Python</a:t>
            </a:r>
            <a:endParaRPr lang="zh-CN" altLang="en-US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C726D6B3-4F5B-7B91-FBA6-294BB6E02C9D}"/>
              </a:ext>
            </a:extLst>
          </p:cNvPr>
          <p:cNvSpPr>
            <a:spLocks/>
          </p:cNvSpPr>
          <p:nvPr/>
        </p:nvSpPr>
        <p:spPr>
          <a:xfrm>
            <a:off x="525548" y="4124727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可扩展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DF79B89-1795-77D6-B098-02469BB2D104}"/>
              </a:ext>
            </a:extLst>
          </p:cNvPr>
          <p:cNvSpPr>
            <a:spLocks/>
          </p:cNvSpPr>
          <p:nvPr/>
        </p:nvSpPr>
        <p:spPr>
          <a:xfrm>
            <a:off x="525548" y="2369742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兼容性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B94C5C3C-4545-1D6B-F83F-2F9344067041}"/>
              </a:ext>
            </a:extLst>
          </p:cNvPr>
          <p:cNvSpPr>
            <a:spLocks/>
          </p:cNvSpPr>
          <p:nvPr/>
        </p:nvSpPr>
        <p:spPr>
          <a:xfrm>
            <a:off x="525548" y="324723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轻量级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548966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49137</TotalTime>
  <Words>73</Words>
  <Application>Microsoft Office PowerPoint</Application>
  <PresentationFormat>On-screen Show (16:9)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101</cp:revision>
  <dcterms:created xsi:type="dcterms:W3CDTF">2016-04-25T01:54:29Z</dcterms:created>
  <dcterms:modified xsi:type="dcterms:W3CDTF">2024-08-25T04:29:02Z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