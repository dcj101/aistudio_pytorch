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299" r:id="rId3"/>
    <p:sldId id="32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2025/1/23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2025/1/23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练习：手工实现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python</a:t>
            </a:r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矩阵类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1147852" y="577890"/>
            <a:ext cx="68483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对课堂中实现的矩阵类实现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LU</a:t>
            </a:r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分解方法</a:t>
            </a:r>
          </a:p>
        </p:txBody>
      </p:sp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30301</TotalTime>
  <Words>19</Words>
  <Application>Microsoft Office PowerPoint</Application>
  <PresentationFormat>On-screen Show (16:9)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58</cp:revision>
  <dcterms:created xsi:type="dcterms:W3CDTF">2016-04-25T01:54:29Z</dcterms:created>
  <dcterms:modified xsi:type="dcterms:W3CDTF">2025-01-24T00:52:40Z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