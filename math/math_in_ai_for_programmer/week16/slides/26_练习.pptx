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34" r:id="rId5"/>
    <p:sldId id="335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0850-6F00-4215-BFBC-7767BB14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F9FB370-6AC9-AC56-4AB0-990F00B94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46F945B-3647-D488-8889-37F76B84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E493303E-AC4B-51FF-A55B-D69DC0273DAF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51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练习：概率入门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710299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概率入门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2974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在小说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《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人猿星球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》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中描述一艘失控的飞船，坠落入一个和地球类似的蓝色星球，已知这个飞船有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50%的概率位于太阳系内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；用下列事实和数学物理公式，求这个失控的飞船坠落入一颗太阳系里面行星的概率有多少？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行星的引力范围：行星的引力范围通常用其希尔球（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Hill sphere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）来表示。希尔球是行星引力影响显著的区域， 其半径可以用公式计算，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a 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是行星与太阳的平均距离（天文单位），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m 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是行星的质量，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M 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是太阳的质量：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140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ad>
                      <m:rad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altLang="zh-CN" sz="1400" i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f>
                          <m:fPr>
                            <m:ctrlPr>
                              <a:rPr lang="en-US" altLang="zh-CN" sz="14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1400" i="0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1400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</m:oMath>
                </a14:m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太阳的质量约为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1.989×10</a:t>
                </a:r>
                <a:r>
                  <a:rPr lang="en-US" altLang="zh-CN" sz="1400" baseline="30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30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  kg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，太阳系的直径约为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1000AU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太阳系中八大行星的质量与距离的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如下页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2974019"/>
              </a:xfrm>
              <a:prstGeom prst="rect">
                <a:avLst/>
              </a:prstGeom>
              <a:blipFill>
                <a:blip r:embed="rId3"/>
                <a:stretch>
                  <a:fillRect l="-251" b="-1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7B2D-0BBD-6478-C008-DE2A13BC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100340-2B06-BEC4-D0B0-4879A84D5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076281"/>
              </p:ext>
            </p:extLst>
          </p:nvPr>
        </p:nvGraphicFramePr>
        <p:xfrm>
          <a:off x="1007604" y="523719"/>
          <a:ext cx="7128791" cy="40960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315546044"/>
                    </a:ext>
                  </a:extLst>
                </a:gridCol>
                <a:gridCol w="2332215">
                  <a:extLst>
                    <a:ext uri="{9D8B030D-6E8A-4147-A177-3AD203B41FA5}">
                      <a16:colId xmlns:a16="http://schemas.microsoft.com/office/drawing/2014/main" val="2256474533"/>
                    </a:ext>
                  </a:extLst>
                </a:gridCol>
                <a:gridCol w="2420312">
                  <a:extLst>
                    <a:ext uri="{9D8B030D-6E8A-4147-A177-3AD203B41FA5}">
                      <a16:colId xmlns:a16="http://schemas.microsoft.com/office/drawing/2014/main" val="951131890"/>
                    </a:ext>
                  </a:extLst>
                </a:gridCol>
              </a:tblGrid>
              <a:tr h="45511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行星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平均距离（</a:t>
                      </a:r>
                      <a:r>
                        <a:rPr lang="en-US" altLang="zh-CN" dirty="0"/>
                        <a:t>AU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质量（</a:t>
                      </a:r>
                      <a:r>
                        <a:rPr lang="en-US" altLang="zh-CN" dirty="0"/>
                        <a:t>kg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839872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水星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0.3871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3.30×10²³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1841870301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金星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0.7233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4.87×10²⁴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040562565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地球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5.97×10²⁴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3942061176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火星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1.5237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6.42×10²³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3217426010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木星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5.2026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1.90×10²⁷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3642755704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土星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9.5549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5.68×10²⁶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3589093788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天王星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19.2184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8.68×10²⁵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613278240"/>
                  </a:ext>
                </a:extLst>
              </a:tr>
              <a:tr h="455118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海王星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30.1104</a:t>
                      </a: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1.02×10²⁶</a:t>
                      </a: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300432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0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3133211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概率直觉与科学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A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药说明书上写该药对某种病症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50岁以下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人群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治愈率为90%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（样本大小为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70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），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50及以上人群治愈率为30%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样本大小为90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）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作为对比，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对最相同的病症，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50岁以下人群治愈率为80%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（样本大小为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90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），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50及以上人群治愈率为28%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样本大小为60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）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请问在不考虑其他因素的影响下应该采购A药还是B药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？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37039</TotalTime>
  <Words>260</Words>
  <Application>Microsoft Office PowerPoint</Application>
  <PresentationFormat>On-screen Show (16:9)</PresentationFormat>
  <Paragraphs>42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Inherit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80</cp:revision>
  <dcterms:created xsi:type="dcterms:W3CDTF">2016-04-25T01:54:29Z</dcterms:created>
  <dcterms:modified xsi:type="dcterms:W3CDTF">2025-02-09T09:19:31Z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