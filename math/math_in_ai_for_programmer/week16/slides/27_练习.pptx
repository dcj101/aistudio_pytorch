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8"/>
  </p:notesMasterIdLst>
  <p:sldIdLst>
    <p:sldId id="299" r:id="rId3"/>
    <p:sldId id="335" r:id="rId4"/>
    <p:sldId id="336" r:id="rId5"/>
    <p:sldId id="337" r:id="rId6"/>
    <p:sldId id="338" r:id="rId7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2025/2/9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0B193-18FD-57D7-E793-A2333FEB9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75C861D6-A5A5-BF2F-2DFF-E97EF6D648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66B4E2B2-BC78-1B87-E5B8-DCCD0B5205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BE144E93-2C0B-E0BC-2C11-DA13355A697B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3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593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3F777-7D4A-CAF8-1C45-725874085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FA1932A-F7B8-7B38-0816-BABDFD34D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DDB0BE4-908B-D0A1-F88A-EEFBD4421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7F3FFD5-84F7-2C01-A831-B17FC886B112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4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82281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0A9C2-AEB8-AC12-3A59-43E109E55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C436F64A-841D-02A1-A722-6D7D0BA3E3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42463C80-E41D-429F-2107-755ED353A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2BD51908-2A89-677E-7641-C2D2523AF856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5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849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2025/2/9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练习：离散概率分布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3710294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二项分布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某射手每次射击命中目标的概率为 </a:t>
            </a:r>
            <a:r>
              <a:rPr lang="en-US" altLang="zh-CN" sz="2000" b="0" i="1" dirty="0">
                <a:solidFill>
                  <a:srgbClr val="374151"/>
                </a:solidFill>
                <a:effectLst/>
                <a:latin typeface="KaTeX_Math"/>
              </a:rPr>
              <a:t>p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KaTeX_Main"/>
              </a:rPr>
              <a:t>=0.6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。他连续射击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次，假设每次射击独立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随机变量 </a:t>
            </a:r>
            <a:r>
              <a:rPr lang="en-US" altLang="zh-CN" sz="2000" b="0" i="1" dirty="0">
                <a:solidFill>
                  <a:srgbClr val="374151"/>
                </a:solidFill>
                <a:effectLst/>
                <a:latin typeface="KaTeX_Math"/>
              </a:rPr>
              <a:t>X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 符合什么分布类型，它的均值，方差分别是多少</a:t>
            </a:r>
            <a:endParaRPr lang="en-US" altLang="zh-CN" sz="2000" dirty="0">
              <a:solidFill>
                <a:srgbClr val="374151"/>
              </a:solidFill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计算他恰好命中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3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次的概率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计算他至少命中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次的概率</a:t>
            </a:r>
          </a:p>
        </p:txBody>
      </p:sp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65E90-E235-F37E-7DCB-52EC37D9A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BF3B3549-E945-8979-065B-CD09D395C9EA}"/>
              </a:ext>
            </a:extLst>
          </p:cNvPr>
          <p:cNvSpPr>
            <a:spLocks/>
          </p:cNvSpPr>
          <p:nvPr/>
        </p:nvSpPr>
        <p:spPr>
          <a:xfrm>
            <a:off x="3710294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二项分布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D2476D-032A-CCD7-17B4-735056DE256C}"/>
              </a:ext>
            </a:extLst>
          </p:cNvPr>
          <p:cNvSpPr txBox="1"/>
          <p:nvPr/>
        </p:nvSpPr>
        <p:spPr>
          <a:xfrm>
            <a:off x="899592" y="1419622"/>
            <a:ext cx="7272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某一批次生产的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led灯泡寿命超过1000小时的概率为80%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；拿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10个灯泡出来测试其中</a:t>
            </a: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至少有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8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个灯泡寿命超过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1000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小时的概率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最多有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6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个灯泡寿命超过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1000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小时的概率</a:t>
            </a:r>
          </a:p>
        </p:txBody>
      </p:sp>
    </p:spTree>
    <p:extLst>
      <p:ext uri="{BB962C8B-B14F-4D97-AF65-F5344CB8AC3E}">
        <p14:creationId xmlns:p14="http://schemas.microsoft.com/office/powerpoint/2010/main" val="354315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DDB78-3A72-DBF7-550F-0DABA1D89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A7D1E6FC-FA11-ED54-DC96-BD773CC60398}"/>
              </a:ext>
            </a:extLst>
          </p:cNvPr>
          <p:cNvSpPr>
            <a:spLocks/>
          </p:cNvSpPr>
          <p:nvPr/>
        </p:nvSpPr>
        <p:spPr>
          <a:xfrm>
            <a:off x="3710294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多项分布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19141A-F87A-9A28-9AC3-B054E37F45E6}"/>
              </a:ext>
            </a:extLst>
          </p:cNvPr>
          <p:cNvSpPr txBox="1"/>
          <p:nvPr/>
        </p:nvSpPr>
        <p:spPr>
          <a:xfrm>
            <a:off x="899592" y="1419622"/>
            <a:ext cx="7272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某工厂生产的产品分为三种等级：优、良、中，其概率分别为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0.6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0.3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0.1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；随机抽取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8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件产品进行检测：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计算恰好出现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5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件优等品、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2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件良品和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1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件中等品的概率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计算最多有 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2 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件中等品的概率</a:t>
            </a:r>
          </a:p>
        </p:txBody>
      </p:sp>
    </p:spTree>
    <p:extLst>
      <p:ext uri="{BB962C8B-B14F-4D97-AF65-F5344CB8AC3E}">
        <p14:creationId xmlns:p14="http://schemas.microsoft.com/office/powerpoint/2010/main" val="2526375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EF9FC-194D-A612-3B0D-062FB595F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D93CBB94-335C-2620-1FED-9F727A6D002B}"/>
              </a:ext>
            </a:extLst>
          </p:cNvPr>
          <p:cNvSpPr>
            <a:spLocks/>
          </p:cNvSpPr>
          <p:nvPr/>
        </p:nvSpPr>
        <p:spPr>
          <a:xfrm>
            <a:off x="3710294" y="577890"/>
            <a:ext cx="1723549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多项分布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669F85-5F21-979A-A661-302234A19DD0}"/>
              </a:ext>
            </a:extLst>
          </p:cNvPr>
          <p:cNvSpPr txBox="1"/>
          <p:nvPr/>
        </p:nvSpPr>
        <p:spPr>
          <a:xfrm>
            <a:off x="899592" y="1419622"/>
            <a:ext cx="7272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pPr algn="l"/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某随机向量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(X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1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, X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2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, X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3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)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服从多项分布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M(n, p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1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, p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2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, p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3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)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，其中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n=15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p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1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=0.4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p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2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=0.3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，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p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3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=0.3</a:t>
            </a:r>
          </a:p>
          <a:p>
            <a:pPr algn="l"/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X1的期望值和方差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求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X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1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+X</a:t>
            </a:r>
            <a:r>
              <a:rPr lang="en-US" altLang="zh-CN" sz="2000" b="0" i="0" baseline="-25000" dirty="0">
                <a:solidFill>
                  <a:srgbClr val="374151"/>
                </a:solidFill>
                <a:effectLst/>
                <a:latin typeface="ui-sans-serif"/>
              </a:rPr>
              <a:t>2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的期望值和方差</a:t>
            </a:r>
            <a:endParaRPr lang="zh-CN" altLang="en-US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4035871673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36032</TotalTime>
  <Words>205</Words>
  <Application>Microsoft Office PowerPoint</Application>
  <PresentationFormat>On-screen Show (16:9)</PresentationFormat>
  <Paragraphs>26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KaTeX_Main</vt:lpstr>
      <vt:lpstr>KaTeX_Math</vt:lpstr>
      <vt:lpstr>ui-sans-serif</vt:lpstr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80</cp:revision>
  <dcterms:created xsi:type="dcterms:W3CDTF">2016-04-25T01:54:29Z</dcterms:created>
  <dcterms:modified xsi:type="dcterms:W3CDTF">2025-02-09T12:17:51Z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