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1"/>
  </p:notesMasterIdLst>
  <p:sldIdLst>
    <p:sldId id="324" r:id="rId3"/>
    <p:sldId id="345" r:id="rId4"/>
    <p:sldId id="335" r:id="rId5"/>
    <p:sldId id="338" r:id="rId6"/>
    <p:sldId id="279" r:id="rId7"/>
    <p:sldId id="342" r:id="rId8"/>
    <p:sldId id="346" r:id="rId9"/>
    <p:sldId id="343" r:id="rId10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2024/9/25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292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82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668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642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476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260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84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微积分：积分在分类问题的应用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-ROC</a:t>
            </a: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图片分类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房价、股市、经济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扩散模型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大语言模型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用户满意度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2748427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人工智能模型：预测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分类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vs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回归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280879" y="577890"/>
            <a:ext cx="658225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微积分：积分在分类问题的应用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-ROC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接收者操作特征曲线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ROC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回归：预测连续数值，如销量或资产价值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390430" y="577890"/>
            <a:ext cx="236314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分类 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vs 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回归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多元分类与二元分类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分类：预测对象是否属于特定类别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11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混淆矩阵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用概率描述预测的类别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ROC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曲线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准确率、召回率、精确率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阈值选择的问题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2326833" y="577890"/>
            <a:ext cx="44903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接收者操作特征曲线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ROC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9BE372BA-41D7-D7E3-BF4E-4223702DB9A8}"/>
              </a:ext>
            </a:extLst>
          </p:cNvPr>
          <p:cNvSpPr>
            <a:spLocks/>
          </p:cNvSpPr>
          <p:nvPr/>
        </p:nvSpPr>
        <p:spPr>
          <a:xfrm>
            <a:off x="406794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ROC AUC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以及积分计算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6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假正例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False Positive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真正例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Tue Positive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假负例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False Negative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真负例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True Negative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3710225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混淆矩阵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"/>
              <p:cNvSpPr>
                <a:spLocks/>
              </p:cNvSpPr>
              <p:nvPr/>
            </p:nvSpPr>
            <p:spPr>
              <a:xfrm>
                <a:off x="831258" y="2667457"/>
                <a:ext cx="3939752" cy="529312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假正例率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zh-CN" altLang="en-US" sz="200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4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58" y="2667457"/>
                <a:ext cx="3939752" cy="529312"/>
              </a:xfrm>
              <a:prstGeom prst="rect">
                <a:avLst/>
              </a:prstGeom>
              <a:blipFill>
                <a:blip r:embed="rId3"/>
                <a:stretch>
                  <a:fillRect b="-8140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827585" y="1427649"/>
                <a:ext cx="3939752" cy="529312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准确率</a:t>
                </a:r>
                <a14:m>
                  <m:oMath xmlns:m="http://schemas.openxmlformats.org/officeDocument/2006/math">
                    <m:r>
                      <a:rPr lang="en-US" altLang="zh-CN" sz="2000" b="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CN" altLang="en-US" sz="200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1427649"/>
                <a:ext cx="3939752" cy="529312"/>
              </a:xfrm>
              <a:prstGeom prst="rect">
                <a:avLst/>
              </a:prstGeom>
              <a:blipFill>
                <a:blip r:embed="rId4"/>
                <a:stretch>
                  <a:fillRect b="-8046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"/>
              <p:cNvSpPr>
                <a:spLocks/>
              </p:cNvSpPr>
              <p:nvPr/>
            </p:nvSpPr>
            <p:spPr>
              <a:xfrm>
                <a:off x="4067944" y="2667457"/>
                <a:ext cx="3939752" cy="529312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精确率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7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2667457"/>
                <a:ext cx="3939752" cy="529312"/>
              </a:xfrm>
              <a:prstGeom prst="rect">
                <a:avLst/>
              </a:prstGeom>
              <a:blipFill>
                <a:blip r:embed="rId5"/>
                <a:stretch>
                  <a:fillRect b="-8140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"/>
              <p:cNvSpPr>
                <a:spLocks/>
              </p:cNvSpPr>
              <p:nvPr/>
            </p:nvSpPr>
            <p:spPr>
              <a:xfrm>
                <a:off x="4067944" y="1427649"/>
                <a:ext cx="3939752" cy="529312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召回率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zh-CN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8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1427649"/>
                <a:ext cx="3939752" cy="529312"/>
              </a:xfrm>
              <a:prstGeom prst="rect">
                <a:avLst/>
              </a:prstGeom>
              <a:blipFill>
                <a:blip r:embed="rId6"/>
                <a:stretch>
                  <a:fillRect b="-8046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"/>
          <p:cNvSpPr>
            <a:spLocks/>
          </p:cNvSpPr>
          <p:nvPr/>
        </p:nvSpPr>
        <p:spPr>
          <a:xfrm>
            <a:off x="2940783" y="577890"/>
            <a:ext cx="326243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混淆矩阵相关指标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6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实现二元分类器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903922" y="577890"/>
            <a:ext cx="333617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积分与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ROC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：代码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绘制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ROC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曲线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绘制混淆矩阵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318595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62562</TotalTime>
  <Words>165</Words>
  <Application>Microsoft Office PowerPoint</Application>
  <PresentationFormat>On-screen Show (16:9)</PresentationFormat>
  <Paragraphs>43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113</cp:revision>
  <dcterms:created xsi:type="dcterms:W3CDTF">2016-04-25T01:54:29Z</dcterms:created>
  <dcterms:modified xsi:type="dcterms:W3CDTF">2024-09-26T16:30:32Z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