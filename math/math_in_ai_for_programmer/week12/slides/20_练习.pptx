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30" r:id="rId5"/>
    <p:sldId id="331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62F8-C50D-812A-6AE4-2DDF9756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E5900A8-255A-519C-1280-2C0F5B164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DCA71CD-E585-FF43-60F4-9A14712FB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8A08B3DC-DC05-E0F1-3AAF-07A7DA9990C1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7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00A3-26A0-F46F-9465-B0DEB9F54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8AE23AB8-C340-10B9-2228-89C2AE61E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4D43FF00-1D3B-F494-6B4B-C239514B6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FA088F58-DB91-BCEA-C2B1-7350308E283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练习：衡量分类模型性能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822219" y="577890"/>
            <a:ext cx="349967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分类性能综合练习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419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用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sklearn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的红酒数据训练并测试一个二分类问题的回归模型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提示：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将类别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1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作为一类，剩下的作为另一类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sklearn.datasets.load_wine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C0DA-B8C9-838D-1E95-8A40C050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B9F4B0E3-1471-BD8D-21B4-DB64CB78BD18}"/>
              </a:ext>
            </a:extLst>
          </p:cNvPr>
          <p:cNvSpPr>
            <a:spLocks/>
          </p:cNvSpPr>
          <p:nvPr/>
        </p:nvSpPr>
        <p:spPr>
          <a:xfrm>
            <a:off x="2822219" y="577890"/>
            <a:ext cx="349967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分类性能综合练习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8251E-A8A1-1720-CF9D-604FE180D79F}"/>
              </a:ext>
            </a:extLst>
          </p:cNvPr>
          <p:cNvSpPr txBox="1"/>
          <p:nvPr/>
        </p:nvSpPr>
        <p:spPr>
          <a:xfrm>
            <a:off x="899592" y="1419622"/>
            <a:ext cx="7272858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手工计算这个模型输出结果的准确率、假正例率、召回率、精确率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手工填写混淆矩阵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1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069C-2641-DED3-1104-14FDF91E7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7A6FA607-C4F2-0E07-7D07-18F39931DADA}"/>
              </a:ext>
            </a:extLst>
          </p:cNvPr>
          <p:cNvSpPr>
            <a:spLocks/>
          </p:cNvSpPr>
          <p:nvPr/>
        </p:nvSpPr>
        <p:spPr>
          <a:xfrm>
            <a:off x="2822219" y="577890"/>
            <a:ext cx="349967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分类性能综合练习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9FABB-B76E-644E-3470-C7E6C0D87392}"/>
              </a:ext>
            </a:extLst>
          </p:cNvPr>
          <p:cNvSpPr txBox="1"/>
          <p:nvPr/>
        </p:nvSpPr>
        <p:spPr>
          <a:xfrm>
            <a:off x="899592" y="1419622"/>
            <a:ext cx="7272858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调用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sklearn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计算这个模型输出结果的准确率、假正例率、召回率、精确率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计算混淆矩阵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绘制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ROC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曲线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，计算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ROC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AUC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在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ROC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曲线上选一个点，解释这个点代表的含义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64425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35450</TotalTime>
  <Words>130</Words>
  <Application>Microsoft Office PowerPoint</Application>
  <PresentationFormat>On-screen Show (16:9)</PresentationFormat>
  <Paragraphs>20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74</cp:revision>
  <dcterms:created xsi:type="dcterms:W3CDTF">2016-04-25T01:54:29Z</dcterms:created>
  <dcterms:modified xsi:type="dcterms:W3CDTF">2025-02-06T11:34:52Z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