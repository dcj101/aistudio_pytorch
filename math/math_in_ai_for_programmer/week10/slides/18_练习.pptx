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8"/>
  </p:notesMasterIdLst>
  <p:sldIdLst>
    <p:sldId id="299" r:id="rId3"/>
    <p:sldId id="325" r:id="rId4"/>
    <p:sldId id="328" r:id="rId5"/>
    <p:sldId id="327" r:id="rId6"/>
    <p:sldId id="329" r:id="rId7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2025/1/29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9BB0-F984-CD8E-A17A-585E7259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46F2199E-5033-3159-F16D-244D2FEEC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CB3B806B-5456-9304-67D0-40CB320E1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1DE907C-6976-9E93-836D-623FA26645C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36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F333-ABD6-9651-0203-77E2FE74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3C399412-CBF9-60BD-9766-F571AC1C1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FD37858-E9F7-3854-8E77-6C379597E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00617F00-2F78-6772-99DA-B5D78E7352C9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093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3BA9-36AF-9AED-09C4-4B74783C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88D25B5-E074-95C4-C2AA-2AB692A97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F563F193-0ACC-8F56-89E5-14910B0E4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CAC7DA36-B297-F774-8A69-8F45DEDDB5B9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28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练习：微积分入门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629828" y="577890"/>
            <a:ext cx="388439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微分的直观理解练习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866154-EA25-010D-04C6-C82D8ABB981C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1423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绘制函数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在</a:t>
                </a: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0,3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范围内的曲线，然后绘制一条经过函数曲线上</a:t>
                </a: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x=1</a:t>
                </a: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和</a:t>
                </a: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x=1.1</a:t>
                </a: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这</a:t>
                </a: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2</a:t>
                </a: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点的线；再画上函数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的线进行对比</a:t>
                </a:r>
                <a:endPara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866154-EA25-010D-04C6-C82D8ABB9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1423595"/>
              </a:xfrm>
              <a:prstGeom prst="rect">
                <a:avLst/>
              </a:prstGeom>
              <a:blipFill>
                <a:blip r:embed="rId3"/>
                <a:stretch>
                  <a:fillRect l="-922" r="-838" b="-6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87E1-9977-D5A7-0837-42D99784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9FC58381-5323-9893-E95E-43A42C54318C}"/>
              </a:ext>
            </a:extLst>
          </p:cNvPr>
          <p:cNvSpPr>
            <a:spLocks/>
          </p:cNvSpPr>
          <p:nvPr/>
        </p:nvSpPr>
        <p:spPr>
          <a:xfrm>
            <a:off x="2629829" y="577890"/>
            <a:ext cx="388439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微分的直观理解练习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15432-F0EB-80DF-2E3A-1CE8C59A8DD9}"/>
              </a:ext>
            </a:extLst>
          </p:cNvPr>
          <p:cNvSpPr txBox="1"/>
          <p:nvPr/>
        </p:nvSpPr>
        <p:spPr>
          <a:xfrm>
            <a:off x="899592" y="1419622"/>
            <a:ext cx="7272858" cy="50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切线的斜率和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的关系如何，用图展示出来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40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486B-8EFD-566F-2CA4-55AF59CB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163941B7-5EFF-3307-A050-7AD2BD320DF7}"/>
              </a:ext>
            </a:extLst>
          </p:cNvPr>
          <p:cNvSpPr>
            <a:spLocks/>
          </p:cNvSpPr>
          <p:nvPr/>
        </p:nvSpPr>
        <p:spPr>
          <a:xfrm>
            <a:off x="2629828" y="577890"/>
            <a:ext cx="388439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积分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的直观理解练习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1076B9-954C-2D6A-8A50-F51583F284E8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961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对函数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用分割矩形的方法计算在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0,3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范围内曲线下面积，并用图表示出来</a:t>
                </a:r>
                <a:endPara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1076B9-954C-2D6A-8A50-F51583F28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961930"/>
              </a:xfrm>
              <a:prstGeom prst="rect">
                <a:avLst/>
              </a:prstGeom>
              <a:blipFill>
                <a:blip r:embed="rId3"/>
                <a:stretch>
                  <a:fillRect l="-922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89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5C991-87EF-367A-7D33-6BC6E647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A28A53E1-60A9-B1E2-D6B2-EF96516CDB15}"/>
              </a:ext>
            </a:extLst>
          </p:cNvPr>
          <p:cNvSpPr>
            <a:spLocks/>
          </p:cNvSpPr>
          <p:nvPr/>
        </p:nvSpPr>
        <p:spPr>
          <a:xfrm>
            <a:off x="2629829" y="577890"/>
            <a:ext cx="388439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积分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的直观理解练习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AA7FB-190F-043B-37CD-AA3592B5087A}"/>
              </a:ext>
            </a:extLst>
          </p:cNvPr>
          <p:cNvSpPr txBox="1"/>
          <p:nvPr/>
        </p:nvSpPr>
        <p:spPr>
          <a:xfrm>
            <a:off x="899592" y="1419622"/>
            <a:ext cx="7272858" cy="50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曲线下面积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的关系如何，用图展示出来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59915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33791</TotalTime>
  <Words>129</Words>
  <Application>Microsoft Office PowerPoint</Application>
  <PresentationFormat>On-screen Show (16:9)</PresentationFormat>
  <Paragraphs>13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62</cp:revision>
  <dcterms:created xsi:type="dcterms:W3CDTF">2016-04-25T01:54:29Z</dcterms:created>
  <dcterms:modified xsi:type="dcterms:W3CDTF">2025-01-30T07:45:25Z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