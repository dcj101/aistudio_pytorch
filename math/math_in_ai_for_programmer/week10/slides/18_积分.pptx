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324" r:id="rId3"/>
    <p:sldId id="335" r:id="rId4"/>
    <p:sldId id="338" r:id="rId5"/>
    <p:sldId id="340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2024/9/21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82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668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微积分：积分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什么是积分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325509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微积分：积分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概率，累积分布函数和曲线下面积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01874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不定积分与定积分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2A336BF0-B643-7C6E-EC79-B7C15E0309F1}"/>
              </a:ext>
            </a:extLst>
          </p:cNvPr>
          <p:cNvSpPr>
            <a:spLocks/>
          </p:cNvSpPr>
          <p:nvPr/>
        </p:nvSpPr>
        <p:spPr>
          <a:xfrm>
            <a:off x="525548" y="254524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积分的性质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DFC7CEA7-8A45-172D-65C6-EF76D4439652}"/>
              </a:ext>
            </a:extLst>
          </p:cNvPr>
          <p:cNvSpPr>
            <a:spLocks/>
          </p:cNvSpPr>
          <p:nvPr/>
        </p:nvSpPr>
        <p:spPr>
          <a:xfrm>
            <a:off x="525548" y="35982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积分计算：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scipy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数值计算，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SymPy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解析计算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69B61FAD-ECEA-2ACD-29B3-9C3825C49978}"/>
              </a:ext>
            </a:extLst>
          </p:cNvPr>
          <p:cNvSpPr>
            <a:spLocks/>
          </p:cNvSpPr>
          <p:nvPr/>
        </p:nvSpPr>
        <p:spPr>
          <a:xfrm>
            <a:off x="525548" y="307173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从不定积分计算定积分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8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线性性质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940787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积分：积分的性质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定积分的积分区间可加性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常数乘法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2A336BF0-B643-7C6E-EC79-B7C15E0309F1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换元法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69B61FAD-ECEA-2ACD-29B3-9C3825C49978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分部积分法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11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积分：概率，累积分布函数和曲线下面积</a:t>
            </a:r>
          </a:p>
        </p:txBody>
      </p:sp>
    </p:spTree>
    <p:extLst>
      <p:ext uri="{BB962C8B-B14F-4D97-AF65-F5344CB8AC3E}">
        <p14:creationId xmlns:p14="http://schemas.microsoft.com/office/powerpoint/2010/main" val="156175192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60301</TotalTime>
  <Words>67</Words>
  <Application>Microsoft Office PowerPoint</Application>
  <PresentationFormat>On-screen Show (16:9)</PresentationFormat>
  <Paragraphs>17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111</cp:revision>
  <dcterms:created xsi:type="dcterms:W3CDTF">2016-04-25T01:54:29Z</dcterms:created>
  <dcterms:modified xsi:type="dcterms:W3CDTF">2024-09-23T14:30:28Z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