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1"/>
  </p:notesMasterIdLst>
  <p:sldIdLst>
    <p:sldId id="299" r:id="rId3"/>
    <p:sldId id="324" r:id="rId4"/>
    <p:sldId id="256" r:id="rId5"/>
    <p:sldId id="311" r:id="rId6"/>
    <p:sldId id="319" r:id="rId7"/>
    <p:sldId id="320" r:id="rId8"/>
    <p:sldId id="321" r:id="rId9"/>
    <p:sldId id="323" r:id="rId10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29" d="100"/>
          <a:sy n="129" d="100"/>
        </p:scale>
        <p:origin x="348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2024/7/12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633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653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274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846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2051720" y="1833086"/>
            <a:ext cx="5328592" cy="147732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人工智能常用的数据处理方法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  <a:p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  <a:p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线性代数：矩阵分解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线性代数：矩阵分解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为什么要矩阵分解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683501" y="577890"/>
            <a:ext cx="377699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线性代数：矩阵分解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I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Cholesky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QR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LU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如何计算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什么是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LU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25549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SciPy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840871" y="577890"/>
            <a:ext cx="146225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LU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使用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LU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分解估计回归系数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9571BF64-5FD9-745C-BAD8-B941940D6FD0}"/>
              </a:ext>
            </a:extLst>
          </p:cNvPr>
          <p:cNvSpPr>
            <a:spLocks/>
          </p:cNvSpPr>
          <p:nvPr/>
        </p:nvSpPr>
        <p:spPr>
          <a:xfrm>
            <a:off x="525549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LU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分解简化线性方程组的求解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19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什么是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QR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25549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Numpy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803200" y="577890"/>
            <a:ext cx="15376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QR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QR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分解解决最小二乘问题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82B9484D-E82B-0A42-5566-DBC076001494}"/>
              </a:ext>
            </a:extLst>
          </p:cNvPr>
          <p:cNvSpPr>
            <a:spLocks/>
          </p:cNvSpPr>
          <p:nvPr/>
        </p:nvSpPr>
        <p:spPr>
          <a:xfrm>
            <a:off x="525549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QR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分解的性质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83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什么是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Cholesky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225317" y="577890"/>
            <a:ext cx="269336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Cholesky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NumPy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82B9484D-E82B-0A42-5566-DBC076001494}"/>
              </a:ext>
            </a:extLst>
          </p:cNvPr>
          <p:cNvSpPr>
            <a:spLocks/>
          </p:cNvSpPr>
          <p:nvPr/>
        </p:nvSpPr>
        <p:spPr>
          <a:xfrm>
            <a:off x="525549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Cholesky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分解为什么有用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547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人工智能常用的数据处理方法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53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正态分布，标准分布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978982" y="577890"/>
            <a:ext cx="51860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人工智能常用的数据处理方法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正则化（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Regularization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）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标准化（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Standardization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归一化（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Normalization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309506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33754</TotalTime>
  <Words>116</Words>
  <Application>Microsoft Office PowerPoint</Application>
  <PresentationFormat>On-screen Show (16:9)</PresentationFormat>
  <Paragraphs>35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82</cp:revision>
  <dcterms:created xsi:type="dcterms:W3CDTF">2016-04-25T01:54:29Z</dcterms:created>
  <dcterms:modified xsi:type="dcterms:W3CDTF">2024-07-15T08:47:09Z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