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7"/>
  </p:notesMasterIdLst>
  <p:sldIdLst>
    <p:sldId id="324" r:id="rId3"/>
    <p:sldId id="256" r:id="rId4"/>
    <p:sldId id="330" r:id="rId5"/>
    <p:sldId id="331" r:id="rId6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3" autoAdjust="0"/>
    <p:restoredTop sz="99500" autoAdjust="0"/>
  </p:normalViewPr>
  <p:slideViewPr>
    <p:cSldViewPr>
      <p:cViewPr varScale="1">
        <p:scale>
          <a:sx n="143" d="100"/>
          <a:sy n="143" d="100"/>
        </p:scale>
        <p:origin x="660" y="108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2024/8/11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358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887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455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2024/8/11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2024/8/11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2024/8/11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2024/8/11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2024/8/11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2024/8/11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线性代数：矩阵与图形变换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03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缩放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2171341" y="577890"/>
            <a:ext cx="4801314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线性代数：矩阵与图形变换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倾斜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3F7FDE9D-3419-1FCB-974B-054A006BCE8E}"/>
              </a:ext>
            </a:extLst>
          </p:cNvPr>
          <p:cNvSpPr>
            <a:spLocks/>
          </p:cNvSpPr>
          <p:nvPr/>
        </p:nvSpPr>
        <p:spPr>
          <a:xfrm>
            <a:off x="525548" y="2808488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剪切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15036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旋转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矩形">
            <a:extLst>
              <a:ext uri="{FF2B5EF4-FFF2-40B4-BE49-F238E27FC236}">
                <a16:creationId xmlns:a16="http://schemas.microsoft.com/office/drawing/2014/main" id="{F4DA23BE-F4CC-83A8-C641-F344C41F5066}"/>
              </a:ext>
            </a:extLst>
          </p:cNvPr>
          <p:cNvSpPr>
            <a:spLocks/>
          </p:cNvSpPr>
          <p:nvPr/>
        </p:nvSpPr>
        <p:spPr>
          <a:xfrm>
            <a:off x="525548" y="346660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移动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423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仿射变换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2171341" y="577890"/>
            <a:ext cx="4801314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线性代数：矩阵与图形变换</a:t>
            </a: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15036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齐次坐标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154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图像处理库：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Pillow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2171341" y="577890"/>
            <a:ext cx="4801314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线性代数：矩阵与图形变换</a:t>
            </a:r>
          </a:p>
        </p:txBody>
      </p:sp>
    </p:spTree>
    <p:extLst>
      <p:ext uri="{BB962C8B-B14F-4D97-AF65-F5344CB8AC3E}">
        <p14:creationId xmlns:p14="http://schemas.microsoft.com/office/powerpoint/2010/main" val="348497220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46860</TotalTime>
  <Words>38</Words>
  <Application>Microsoft Office PowerPoint</Application>
  <PresentationFormat>On-screen Show (16:9)</PresentationFormat>
  <Paragraphs>15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微软雅黑</vt:lpstr>
      <vt:lpstr>Arial</vt:lpstr>
      <vt:lpstr>Calibri</vt:lpstr>
      <vt:lpstr>Wingdings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95</cp:revision>
  <dcterms:created xsi:type="dcterms:W3CDTF">2016-04-25T01:54:29Z</dcterms:created>
  <dcterms:modified xsi:type="dcterms:W3CDTF">2024-08-14T01:14:15Z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