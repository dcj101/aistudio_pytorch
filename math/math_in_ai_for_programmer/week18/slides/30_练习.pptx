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5"/>
  </p:notesMasterIdLst>
  <p:sldIdLst>
    <p:sldId id="299" r:id="rId3"/>
    <p:sldId id="335" r:id="rId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96E6"/>
    <a:srgbClr val="C0504D"/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2025/2/12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06A26-0EB3-F96D-9C4C-31D2DE4D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789DC6D-23C5-416E-B24B-ACFE114D8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D3C7681-0E3A-9601-E2F8-05E1139A4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F41AE7A-559D-1C59-C3AA-C302D59E0434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420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练习：最大似然估计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A442-A46C-3404-E506-64FCFA25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C84948FC-5D29-A25A-F0B5-F1059E0B466E}"/>
              </a:ext>
            </a:extLst>
          </p:cNvPr>
          <p:cNvSpPr>
            <a:spLocks/>
          </p:cNvSpPr>
          <p:nvPr/>
        </p:nvSpPr>
        <p:spPr>
          <a:xfrm>
            <a:off x="3325578" y="577890"/>
            <a:ext cx="24929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最大似然估计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329F0-69AC-01EE-19A6-980C9A1262C8}"/>
              </a:ext>
            </a:extLst>
          </p:cNvPr>
          <p:cNvSpPr txBox="1"/>
          <p:nvPr/>
        </p:nvSpPr>
        <p:spPr>
          <a:xfrm>
            <a:off x="899592" y="1419622"/>
            <a:ext cx="7272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生成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100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个由正态概率</a:t>
            </a:r>
            <a:r>
              <a:rPr lang="zh-CN" altLang="en-US" sz="2000" dirty="0">
                <a:solidFill>
                  <a:srgbClr val="374151"/>
                </a:solidFill>
                <a:latin typeface="ui-sans-serif"/>
              </a:rPr>
              <a:t>密度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分布采样的样本数据集，然后用最大似然估计方法来估计这个正态分布的均值和标准差。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endParaRPr lang="en-US" altLang="zh-CN" sz="2000" dirty="0">
              <a:solidFill>
                <a:srgbClr val="374151"/>
              </a:solidFill>
              <a:latin typeface="ui-sans-serif"/>
            </a:endParaRPr>
          </a:p>
          <a:p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提示：用</a:t>
            </a:r>
            <a:r>
              <a:rPr lang="en-US" altLang="zh-CN" sz="2000" b="0" i="0" dirty="0" err="1">
                <a:solidFill>
                  <a:srgbClr val="374151"/>
                </a:solidFill>
                <a:effectLst/>
                <a:latin typeface="ui-sans-serif"/>
              </a:rPr>
              <a:t>scipy.optimize.minimize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来对似然函数</a:t>
            </a:r>
            <a:r>
              <a:rPr lang="zh-CN" altLang="en-US" sz="2000" dirty="0">
                <a:solidFill>
                  <a:srgbClr val="374151"/>
                </a:solidFill>
                <a:latin typeface="ui-sans-serif"/>
              </a:rPr>
              <a:t>最大化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67164244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39669</TotalTime>
  <Words>49</Words>
  <Application>Microsoft Office PowerPoint</Application>
  <PresentationFormat>On-screen Show (16:9)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ui-sans-serif</vt:lpstr>
      <vt:lpstr>微软雅黑</vt:lpstr>
      <vt:lpstr>Arial</vt:lpstr>
      <vt:lpstr>Calibri</vt:lpstr>
      <vt:lpstr>讲师ppt模板20141215</vt:lpstr>
      <vt:lpstr>讲师ppt模板20141215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87</cp:revision>
  <dcterms:created xsi:type="dcterms:W3CDTF">2016-04-25T01:54:29Z</dcterms:created>
  <dcterms:modified xsi:type="dcterms:W3CDTF">2025-02-13T11:11:27Z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