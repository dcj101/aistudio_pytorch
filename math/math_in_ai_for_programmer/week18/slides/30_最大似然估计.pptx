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5"/>
  </p:notesMasterIdLst>
  <p:sldIdLst>
    <p:sldId id="324" r:id="rId3"/>
    <p:sldId id="355" r:id="rId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2074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289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683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270" y="114"/>
      </p:cViewPr>
      <p:guideLst>
        <p:guide orient="horz" pos="713"/>
        <p:guide pos="2880"/>
        <p:guide orient="horz" pos="2074"/>
        <p:guide pos="612"/>
        <p:guide pos="839"/>
        <p:guide orient="horz" pos="2754"/>
        <p:guide orient="horz" pos="289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2024/10/22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7BBC8-3BAF-9767-D7BC-FB954005F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1642CACD-E3D4-8545-D498-DCE933DEC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A46185FF-3315-6271-D5FB-B0717A3286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2E88B8A-2C3A-E400-7E52-A513C7D42E9D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73726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2024/10/22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最大似然估计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9037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2BE6-EDBC-5BAC-68C5-A3AEAFEEA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">
            <a:extLst>
              <a:ext uri="{FF2B5EF4-FFF2-40B4-BE49-F238E27FC236}">
                <a16:creationId xmlns:a16="http://schemas.microsoft.com/office/drawing/2014/main" id="{7CEB4C17-AD92-115D-6392-9D0454A46916}"/>
              </a:ext>
            </a:extLst>
          </p:cNvPr>
          <p:cNvSpPr>
            <a:spLocks/>
          </p:cNvSpPr>
          <p:nvPr/>
        </p:nvSpPr>
        <p:spPr>
          <a:xfrm>
            <a:off x="827584" y="1492250"/>
            <a:ext cx="3939753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什么是最大似然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16" name="矩形">
            <a:extLst>
              <a:ext uri="{FF2B5EF4-FFF2-40B4-BE49-F238E27FC236}">
                <a16:creationId xmlns:a16="http://schemas.microsoft.com/office/drawing/2014/main" id="{9CE095E5-E31C-5348-19FD-52B2288BCD75}"/>
              </a:ext>
            </a:extLst>
          </p:cNvPr>
          <p:cNvSpPr>
            <a:spLocks/>
          </p:cNvSpPr>
          <p:nvPr/>
        </p:nvSpPr>
        <p:spPr>
          <a:xfrm>
            <a:off x="827584" y="3971865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最大似然估计与逻辑回归</a:t>
            </a:r>
            <a:endParaRPr lang="zh-CN" altLang="en-US" sz="2000" u="none" strike="noStrike" kern="1200" cap="none" spc="0" baseline="0" dirty="0">
              <a:solidFill>
                <a:srgbClr val="474747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9" name="矩形">
            <a:extLst>
              <a:ext uri="{FF2B5EF4-FFF2-40B4-BE49-F238E27FC236}">
                <a16:creationId xmlns:a16="http://schemas.microsoft.com/office/drawing/2014/main" id="{FBD3CB8F-AE6F-0059-909C-643211F64170}"/>
              </a:ext>
            </a:extLst>
          </p:cNvPr>
          <p:cNvSpPr>
            <a:spLocks/>
          </p:cNvSpPr>
          <p:nvPr/>
        </p:nvSpPr>
        <p:spPr>
          <a:xfrm>
            <a:off x="3283834" y="577890"/>
            <a:ext cx="257634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最大似然估计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  <p:sp>
        <p:nvSpPr>
          <p:cNvPr id="4" name="矩形">
            <a:extLst>
              <a:ext uri="{FF2B5EF4-FFF2-40B4-BE49-F238E27FC236}">
                <a16:creationId xmlns:a16="http://schemas.microsoft.com/office/drawing/2014/main" id="{F6964BB5-4B99-D6D3-D657-8E705F6FB625}"/>
              </a:ext>
            </a:extLst>
          </p:cNvPr>
          <p:cNvSpPr>
            <a:spLocks/>
          </p:cNvSpPr>
          <p:nvPr/>
        </p:nvSpPr>
        <p:spPr>
          <a:xfrm>
            <a:off x="827584" y="2732058"/>
            <a:ext cx="3939752" cy="400110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  <a:spAutoFit/>
          </a:bodyPr>
          <a:lstStyle/>
          <a:p>
            <a:pPr marL="800100" lvl="1" indent="-342900">
              <a:buFont typeface="Wingdings" panose="05000000000000000000" pitchFamily="2" charset="2"/>
              <a:buChar char="u"/>
            </a:pPr>
            <a:r>
              <a:rPr lang="zh-CN" altLang="en-US" sz="2000" dirty="0">
                <a:solidFill>
                  <a:srgbClr val="474747"/>
                </a:solidFill>
                <a:latin typeface="微软雅黑" charset="0"/>
                <a:ea typeface="微软雅黑" charset="0"/>
                <a:cs typeface="微软雅黑" charset="0"/>
              </a:rPr>
              <a:t>正态分布的最大似然函数</a:t>
            </a:r>
          </a:p>
        </p:txBody>
      </p:sp>
    </p:spTree>
    <p:extLst>
      <p:ext uri="{BB962C8B-B14F-4D97-AF65-F5344CB8AC3E}">
        <p14:creationId xmlns:p14="http://schemas.microsoft.com/office/powerpoint/2010/main" val="298312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4" grpId="0"/>
    </p:bldLst>
  </p:timing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79791</TotalTime>
  <Words>15</Words>
  <Application>Microsoft Office PowerPoint</Application>
  <PresentationFormat>On-screen Show (16:9)</PresentationFormat>
  <Paragraphs>6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微软雅黑</vt:lpstr>
      <vt:lpstr>Arial</vt:lpstr>
      <vt:lpstr>Calibri</vt:lpstr>
      <vt:lpstr>Wingdings</vt:lpstr>
      <vt:lpstr>讲师ppt模板20141215</vt:lpstr>
      <vt:lpstr>讲师ppt模板20141215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121</cp:revision>
  <dcterms:created xsi:type="dcterms:W3CDTF">2016-04-25T01:54:29Z</dcterms:created>
  <dcterms:modified xsi:type="dcterms:W3CDTF">2024-10-25T02:45:33Z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