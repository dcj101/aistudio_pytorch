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59" r:id="rId1"/>
    <p:sldMasterId id="2147483671" r:id="rId2"/>
  </p:sldMasterIdLst>
  <p:notesMasterIdLst>
    <p:notesMasterId r:id="rId7"/>
  </p:notesMasterIdLst>
  <p:sldIdLst>
    <p:sldId id="299" r:id="rId3"/>
    <p:sldId id="337" r:id="rId4"/>
    <p:sldId id="335" r:id="rId5"/>
    <p:sldId id="336" r:id="rId6"/>
  </p:sldIdLst>
  <p:sldSz cx="9144000" cy="5143500" type="screen16x9"/>
  <p:notesSz cx="6858000" cy="9144000"/>
  <p:kinsoku lang="zh-CN" invalStChars="!%),.:;?]}¨·ˇˉ་―‖’”…‰∶、。〃々〉》」』】〕〗！＂＇％），．：；？］｀｜｝～￠" invalEndChars="([{·‘“〈《「『【〔〖（．［｛￡￥"/>
  <p:defaultTextStyle>
    <a:defPPr>
      <a:defRPr lang="zh-CN"/>
    </a:defPPr>
    <a:lvl1pPr algn="l" defTabSz="914400" eaLnBrk="0" fontAlgn="base" hangingPunct="0">
      <a:spcBef>
        <a:spcPts val="0"/>
      </a:spcBef>
      <a:spcAft>
        <a:spcPts val="0"/>
      </a:spcAft>
      <a:buNone/>
      <a:defRPr sz="1800" kern="1200">
        <a:solidFill>
          <a:schemeClr val="tx1"/>
        </a:solidFill>
        <a:latin typeface="Calibri" pitchFamily="34" charset="0"/>
        <a:ea typeface="宋体" pitchFamily="2" charset="-122"/>
        <a:cs typeface="Times New Roman" charset="0"/>
      </a:defRPr>
    </a:lvl1pPr>
    <a:lvl2pPr marL="457200" indent="0" algn="l" defTabSz="914400" eaLnBrk="0" fontAlgn="base" hangingPunct="0">
      <a:spcBef>
        <a:spcPts val="0"/>
      </a:spcBef>
      <a:spcAft>
        <a:spcPts val="0"/>
      </a:spcAft>
      <a:buNone/>
      <a:defRPr sz="1800" kern="1200">
        <a:solidFill>
          <a:schemeClr val="tx1"/>
        </a:solidFill>
        <a:latin typeface="Calibri" pitchFamily="34" charset="0"/>
        <a:ea typeface="宋体" pitchFamily="2" charset="-122"/>
        <a:cs typeface="Times New Roman" charset="0"/>
      </a:defRPr>
    </a:lvl2pPr>
    <a:lvl3pPr marL="914400" indent="0" algn="l" defTabSz="914400" eaLnBrk="0" fontAlgn="base" hangingPunct="0">
      <a:spcBef>
        <a:spcPts val="0"/>
      </a:spcBef>
      <a:spcAft>
        <a:spcPts val="0"/>
      </a:spcAft>
      <a:buNone/>
      <a:defRPr sz="1800" kern="1200">
        <a:solidFill>
          <a:schemeClr val="tx1"/>
        </a:solidFill>
        <a:latin typeface="Calibri" pitchFamily="34" charset="0"/>
        <a:ea typeface="宋体" pitchFamily="2" charset="-122"/>
        <a:cs typeface="Times New Roman" charset="0"/>
      </a:defRPr>
    </a:lvl3pPr>
    <a:lvl4pPr marL="1371600" indent="0" algn="l" defTabSz="914400" eaLnBrk="0" fontAlgn="base" hangingPunct="0">
      <a:spcBef>
        <a:spcPts val="0"/>
      </a:spcBef>
      <a:spcAft>
        <a:spcPts val="0"/>
      </a:spcAft>
      <a:buNone/>
      <a:defRPr sz="1800" kern="1200">
        <a:solidFill>
          <a:schemeClr val="tx1"/>
        </a:solidFill>
        <a:latin typeface="Calibri" pitchFamily="34" charset="0"/>
        <a:ea typeface="宋体" pitchFamily="2" charset="-122"/>
        <a:cs typeface="Times New Roman" charset="0"/>
      </a:defRPr>
    </a:lvl4pPr>
    <a:lvl5pPr marL="1828800" indent="0" algn="l" defTabSz="914400" eaLnBrk="0" fontAlgn="base" hangingPunct="0">
      <a:spcBef>
        <a:spcPts val="0"/>
      </a:spcBef>
      <a:spcAft>
        <a:spcPts val="0"/>
      </a:spcAft>
      <a:buNone/>
      <a:defRPr sz="1800" kern="1200">
        <a:solidFill>
          <a:schemeClr val="tx1"/>
        </a:solidFill>
        <a:latin typeface="Calibri" pitchFamily="34" charset="0"/>
        <a:ea typeface="宋体" pitchFamily="2" charset="-122"/>
        <a:cs typeface="Times New Roman" charset="0"/>
      </a:defRPr>
    </a:lvl5pPr>
    <a:lvl6pPr marL="2286000" indent="0" algn="l" defTabSz="914400" eaLnBrk="1" fontAlgn="auto" latinLnBrk="0" hangingPunct="1">
      <a:buNone/>
      <a:defRPr sz="1800" kern="1200">
        <a:solidFill>
          <a:schemeClr val="tx1"/>
        </a:solidFill>
        <a:latin typeface="Calibri" pitchFamily="34" charset="0"/>
        <a:ea typeface="宋体" pitchFamily="2" charset="-122"/>
        <a:cs typeface="Times New Roman" charset="0"/>
      </a:defRPr>
    </a:lvl6pPr>
    <a:lvl7pPr marL="2743200" indent="0" algn="l" defTabSz="914400" eaLnBrk="1" fontAlgn="auto" latinLnBrk="0" hangingPunct="1">
      <a:buNone/>
      <a:defRPr sz="1800" kern="1200">
        <a:solidFill>
          <a:schemeClr val="tx1"/>
        </a:solidFill>
        <a:latin typeface="Calibri" pitchFamily="34" charset="0"/>
        <a:ea typeface="宋体" pitchFamily="2" charset="-122"/>
        <a:cs typeface="Times New Roman" charset="0"/>
      </a:defRPr>
    </a:lvl7pPr>
    <a:lvl8pPr marL="3200400" indent="0" algn="l" defTabSz="914400" eaLnBrk="1" fontAlgn="auto" latinLnBrk="0" hangingPunct="1">
      <a:buNone/>
      <a:defRPr sz="1800" kern="1200">
        <a:solidFill>
          <a:schemeClr val="tx1"/>
        </a:solidFill>
        <a:latin typeface="Calibri" pitchFamily="34" charset="0"/>
        <a:ea typeface="宋体" pitchFamily="2" charset="-122"/>
        <a:cs typeface="Times New Roman" charset="0"/>
      </a:defRPr>
    </a:lvl8pPr>
    <a:lvl9pPr marL="3200400" indent="0" algn="l" defTabSz="914400" eaLnBrk="1" fontAlgn="auto" latinLnBrk="0" hangingPunct="1">
      <a:buNone/>
      <a:defRPr sz="1800" kern="1200">
        <a:solidFill>
          <a:schemeClr val="tx1"/>
        </a:solidFill>
        <a:latin typeface="Calibri" pitchFamily="34" charset="0"/>
        <a:ea typeface="宋体" pitchFamily="2" charset="-122"/>
        <a:cs typeface="Times New Roman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713" userDrawn="1">
          <p15:clr>
            <a:srgbClr val="A4A3A4"/>
          </p15:clr>
        </p15:guide>
        <p15:guide id="2" pos="2880">
          <p15:clr>
            <a:srgbClr val="A4A3A4"/>
          </p15:clr>
        </p15:guide>
        <p15:guide id="3" orient="horz" pos="1620" userDrawn="1">
          <p15:clr>
            <a:srgbClr val="A4A3A4"/>
          </p15:clr>
        </p15:guide>
        <p15:guide id="4" pos="612" userDrawn="1">
          <p15:clr>
            <a:srgbClr val="A4A3A4"/>
          </p15:clr>
        </p15:guide>
        <p15:guide id="5" pos="839" userDrawn="1">
          <p15:clr>
            <a:srgbClr val="A4A3A4"/>
          </p15:clr>
        </p15:guide>
        <p15:guide id="6" orient="horz" pos="2754" userDrawn="1">
          <p15:clr>
            <a:srgbClr val="A4A3A4"/>
          </p15:clr>
        </p15:guide>
        <p15:guide id="7" orient="horz" pos="940" userDrawn="1">
          <p15:clr>
            <a:srgbClr val="A4A3A4"/>
          </p15:clr>
        </p15:guide>
        <p15:guide id="8" pos="514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096E6"/>
    <a:srgbClr val="C0504D"/>
    <a:srgbClr val="474747"/>
    <a:srgbClr val="C9394A"/>
    <a:srgbClr val="FFFFFF"/>
    <a:srgbClr val="C94251"/>
    <a:srgbClr val="EB030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中度样式 2 - 强调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19" autoAdjust="0"/>
    <p:restoredTop sz="99500" autoAdjust="0"/>
  </p:normalViewPr>
  <p:slideViewPr>
    <p:cSldViewPr>
      <p:cViewPr varScale="1">
        <p:scale>
          <a:sx n="130" d="100"/>
          <a:sy n="130" d="100"/>
        </p:scale>
        <p:origin x="156" y="114"/>
      </p:cViewPr>
      <p:guideLst>
        <p:guide orient="horz" pos="713"/>
        <p:guide pos="2880"/>
        <p:guide orient="horz" pos="1620"/>
        <p:guide pos="612"/>
        <p:guide pos="839"/>
        <p:guide orient="horz" pos="2754"/>
        <p:guide orient="horz" pos="940"/>
        <p:guide pos="5148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57" d="100"/>
          <a:sy n="57" d="100"/>
        </p:scale>
        <p:origin x="0" y="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tableStyles" Target="tableStyles.xml"/><Relationship Id="rId5" Type="http://schemas.openxmlformats.org/officeDocument/2006/relationships/slide" Target="slides/slide3.xml"/><Relationship Id="rId10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本框"/>
          <p:cNvSpPr>
            <a:spLocks noGrp="1"/>
          </p:cNvSpPr>
          <p:nvPr>
            <p:ph type="sldNum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91440" tIns="45720" rIns="91440" bIns="45720" anchor="b" anchorCtr="0">
            <a:prstTxWarp prst="textNoShape">
              <a:avLst/>
            </a:prstTxWarp>
          </a:bodyPr>
          <a:lstStyle/>
          <a:p>
            <a:pPr algn="r"/>
            <a:fld id="{CAD2D6BD-DE1B-4B5F-8B41-2702339687B9}" type="slidenum">
              <a:rPr lang="en-US" altLang="zh-CN" sz="1800" u="none" strike="noStrike" kern="1200" cap="none" spc="0" baseline="0">
                <a:solidFill>
                  <a:schemeClr val="tx1"/>
                </a:solidFill>
                <a:latin typeface="Calibri" pitchFamily="34" charset="0"/>
                <a:ea typeface="宋体" pitchFamily="2" charset="-122"/>
                <a:cs typeface="Calibri" pitchFamily="34" charset="0"/>
              </a:rPr>
              <a:pPr algn="r"/>
              <a:t>‹#›</a:t>
            </a:fld>
            <a:endParaRPr lang="zh-CN" altLang="en-US" sz="1200">
              <a:latin typeface="Calibri" pitchFamily="34" charset="0"/>
              <a:ea typeface="宋体" pitchFamily="2" charset="-122"/>
              <a:cs typeface="Calibri" pitchFamily="34" charset="0"/>
            </a:endParaRPr>
          </a:p>
        </p:txBody>
      </p:sp>
      <p:sp>
        <p:nvSpPr>
          <p:cNvPr id="4" name="文本框"/>
          <p:cNvSpPr>
            <a:spLocks noGrp="1"/>
          </p:cNvSpPr>
          <p:nvPr>
            <p:ph type="hdr"/>
          </p:nvPr>
        </p:nvSpPr>
        <p:spPr>
          <a:xfrm>
            <a:off x="0" y="0"/>
            <a:ext cx="2971799" cy="4572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</a:bodyPr>
          <a:lstStyle/>
          <a:p>
            <a:endParaRPr lang="zh-CN" altLang="en-US" sz="1200">
              <a:latin typeface="Calibri" pitchFamily="34" charset="0"/>
              <a:ea typeface="宋体" pitchFamily="2" charset="-122"/>
              <a:cs typeface="Calibri" pitchFamily="34" charset="0"/>
            </a:endParaRPr>
          </a:p>
        </p:txBody>
      </p:sp>
      <p:sp>
        <p:nvSpPr>
          <p:cNvPr id="5" name="文本框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</a:bodyPr>
          <a:lstStyle/>
          <a:p>
            <a:pPr algn="r"/>
            <a:fld id="{CAD2D6BD-DE1B-4B5F-8B41-2702339687B9}" type="datetime1">
              <a:rPr lang="zh-CN" altLang="en-US">
                <a:latin typeface="Calibri" pitchFamily="34" charset="0"/>
                <a:ea typeface="宋体" pitchFamily="2" charset="-122"/>
                <a:cs typeface="Calibri" pitchFamily="34" charset="0"/>
              </a:rPr>
              <a:pPr algn="r"/>
              <a:t>2025/2/13</a:t>
            </a:fld>
            <a:endParaRPr lang="zh-CN" altLang="en-US" sz="1200">
              <a:latin typeface="Calibri" pitchFamily="34" charset="0"/>
              <a:ea typeface="宋体" pitchFamily="2" charset="-122"/>
              <a:cs typeface="Calibri" pitchFamily="34" charset="0"/>
            </a:endParaRPr>
          </a:p>
        </p:txBody>
      </p:sp>
      <p:sp>
        <p:nvSpPr>
          <p:cNvPr id="6" name="对象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</p:sp>
      <p:sp>
        <p:nvSpPr>
          <p:cNvPr id="7" name="矩形"/>
          <p:cNvSpPr>
            <a:spLocks noChangeAspect="1"/>
          </p:cNvSpPr>
          <p:nvPr/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marL="0" indent="0" algn="l" defTabSz="0">
              <a:lnSpc>
                <a:spcPct val="100000"/>
              </a:lnSpc>
              <a:spcBef>
                <a:spcPct val="30000"/>
              </a:spcBef>
              <a:spcAft>
                <a:spcPts val="0"/>
              </a:spcAft>
              <a:buNone/>
            </a:pPr>
            <a:r>
              <a:rPr lang="zh-CN" altLang="en-US" sz="1200" u="none" strike="noStrike" kern="1200" cap="none" spc="0" baseline="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Calibri" pitchFamily="34" charset="0"/>
              </a:rPr>
              <a:t>单击此处编辑母版文本样式</a:t>
            </a:r>
            <a:endParaRPr lang="en-US" altLang="zh-CN" sz="1200" u="none" strike="noStrike" kern="1200" cap="none" spc="0" baseline="0">
              <a:solidFill>
                <a:schemeClr val="tx1"/>
              </a:solidFill>
              <a:latin typeface="Arial" pitchFamily="34" charset="0"/>
              <a:ea typeface="宋体" pitchFamily="2" charset="-122"/>
              <a:cs typeface="Calibri" pitchFamily="34" charset="0"/>
            </a:endParaRPr>
          </a:p>
          <a:p>
            <a:pPr marL="0" indent="0" algn="l" defTabSz="0">
              <a:lnSpc>
                <a:spcPct val="100000"/>
              </a:lnSpc>
              <a:spcBef>
                <a:spcPct val="30000"/>
              </a:spcBef>
              <a:spcAft>
                <a:spcPts val="0"/>
              </a:spcAft>
              <a:buNone/>
            </a:pPr>
            <a:r>
              <a:rPr lang="zh-CN" altLang="en-US" sz="1200" u="none" strike="noStrike" kern="1200" cap="none" spc="0" baseline="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Calibri" pitchFamily="34" charset="0"/>
              </a:rPr>
              <a:t>第二级</a:t>
            </a:r>
            <a:endParaRPr lang="en-US" altLang="zh-CN" sz="1200" u="none" strike="noStrike" kern="1200" cap="none" spc="0" baseline="0">
              <a:solidFill>
                <a:schemeClr val="tx1"/>
              </a:solidFill>
              <a:latin typeface="Arial" pitchFamily="34" charset="0"/>
              <a:ea typeface="宋体" pitchFamily="2" charset="-122"/>
              <a:cs typeface="Calibri" pitchFamily="34" charset="0"/>
            </a:endParaRPr>
          </a:p>
          <a:p>
            <a:pPr marL="0" indent="0" algn="l" defTabSz="0">
              <a:lnSpc>
                <a:spcPct val="100000"/>
              </a:lnSpc>
              <a:spcBef>
                <a:spcPct val="30000"/>
              </a:spcBef>
              <a:spcAft>
                <a:spcPts val="0"/>
              </a:spcAft>
              <a:buNone/>
            </a:pPr>
            <a:r>
              <a:rPr lang="zh-CN" altLang="en-US" sz="1200" u="none" strike="noStrike" kern="1200" cap="none" spc="0" baseline="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Calibri" pitchFamily="34" charset="0"/>
              </a:rPr>
              <a:t>第三级</a:t>
            </a:r>
            <a:endParaRPr lang="en-US" altLang="zh-CN" sz="1200" u="none" strike="noStrike" kern="1200" cap="none" spc="0" baseline="0">
              <a:solidFill>
                <a:schemeClr val="tx1"/>
              </a:solidFill>
              <a:latin typeface="Arial" pitchFamily="34" charset="0"/>
              <a:ea typeface="宋体" pitchFamily="2" charset="-122"/>
              <a:cs typeface="Calibri" pitchFamily="34" charset="0"/>
            </a:endParaRPr>
          </a:p>
          <a:p>
            <a:pPr marL="0" indent="0" algn="l" defTabSz="0">
              <a:lnSpc>
                <a:spcPct val="100000"/>
              </a:lnSpc>
              <a:spcBef>
                <a:spcPct val="30000"/>
              </a:spcBef>
              <a:spcAft>
                <a:spcPts val="0"/>
              </a:spcAft>
              <a:buNone/>
            </a:pPr>
            <a:r>
              <a:rPr lang="zh-CN" altLang="en-US" sz="1200" u="none" strike="noStrike" kern="1200" cap="none" spc="0" baseline="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Calibri" pitchFamily="34" charset="0"/>
              </a:rPr>
              <a:t>第四级</a:t>
            </a:r>
            <a:endParaRPr lang="en-US" altLang="zh-CN" sz="1200" u="none" strike="noStrike" kern="1200" cap="none" spc="0" baseline="0">
              <a:solidFill>
                <a:schemeClr val="tx1"/>
              </a:solidFill>
              <a:latin typeface="Arial" pitchFamily="34" charset="0"/>
              <a:ea typeface="宋体" pitchFamily="2" charset="-122"/>
              <a:cs typeface="Calibri" pitchFamily="34" charset="0"/>
            </a:endParaRPr>
          </a:p>
          <a:p>
            <a:pPr marL="0" indent="0" algn="l" defTabSz="0">
              <a:lnSpc>
                <a:spcPct val="100000"/>
              </a:lnSpc>
              <a:spcBef>
                <a:spcPct val="30000"/>
              </a:spcBef>
              <a:spcAft>
                <a:spcPts val="0"/>
              </a:spcAft>
              <a:buNone/>
            </a:pPr>
            <a:r>
              <a:rPr lang="zh-CN" altLang="en-US" sz="1200" u="none" strike="noStrike" kern="1200" cap="none" spc="0" baseline="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Calibri" pitchFamily="34" charset="0"/>
              </a:rPr>
              <a:t>第五级</a:t>
            </a:r>
          </a:p>
        </p:txBody>
      </p:sp>
      <p:sp>
        <p:nvSpPr>
          <p:cNvPr id="8" name="文本框"/>
          <p:cNvSpPr>
            <a:spLocks noGrp="1"/>
          </p:cNvSpPr>
          <p:nvPr>
            <p:ph type="ftr" idx="4"/>
          </p:nvPr>
        </p:nvSpPr>
        <p:spPr>
          <a:xfrm>
            <a:off x="0" y="8685213"/>
            <a:ext cx="2971799" cy="4572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91440" tIns="45720" rIns="91440" bIns="45720" anchor="b" anchorCtr="0">
            <a:prstTxWarp prst="textNoShape">
              <a:avLst/>
            </a:prstTxWarp>
          </a:bodyPr>
          <a:lstStyle/>
          <a:p>
            <a:endParaRPr lang="zh-CN" altLang="en-US" sz="1200">
              <a:latin typeface="Calibri" pitchFamily="34" charset="0"/>
              <a:ea typeface="宋体" pitchFamily="2" charset="-122"/>
              <a:cs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01847744"/>
      </p:ext>
    </p:extLst>
  </p:cSld>
  <p:clrMap bg1="lt1" tx1="dk1" bg2="lt2" tx2="dk2" accent1="accent1" accent2="accent2" accent3="accent3" accent4="accent4" accent5="accent5" accent6="accent6" hlink="hlink" folHlink="folHlink"/>
  <p:hf hdr="0" ftr="0"/>
  <p:notesStyle>
    <a:lvl1pPr algn="l" defTabSz="914400" eaLnBrk="0" fontAlgn="base" hangingPunct="0">
      <a:spcBef>
        <a:spcPct val="30000"/>
      </a:spcBef>
      <a:spcAft>
        <a:spcPts val="0"/>
      </a:spcAft>
      <a:buNone/>
      <a:defRPr sz="1200" kern="1200">
        <a:solidFill>
          <a:schemeClr val="tx1"/>
        </a:solidFill>
        <a:latin typeface="Arial" pitchFamily="34" charset="0"/>
        <a:ea typeface="宋体" pitchFamily="2" charset="-122"/>
        <a:cs typeface="Calibri" pitchFamily="34" charset="0"/>
      </a:defRPr>
    </a:lvl1pPr>
    <a:lvl2pPr marL="457200" indent="0" algn="l" defTabSz="914400" eaLnBrk="0" fontAlgn="base" hangingPunct="0">
      <a:spcBef>
        <a:spcPct val="30000"/>
      </a:spcBef>
      <a:spcAft>
        <a:spcPts val="0"/>
      </a:spcAft>
      <a:buNone/>
      <a:defRPr sz="1200" kern="1200">
        <a:solidFill>
          <a:schemeClr val="tx1"/>
        </a:solidFill>
        <a:latin typeface="Arial" pitchFamily="34" charset="0"/>
        <a:ea typeface="宋体" pitchFamily="2" charset="-122"/>
        <a:cs typeface="Calibri" pitchFamily="34" charset="0"/>
      </a:defRPr>
    </a:lvl2pPr>
    <a:lvl3pPr marL="914400" indent="0" algn="l" defTabSz="914400" eaLnBrk="0" fontAlgn="base" hangingPunct="0">
      <a:spcBef>
        <a:spcPct val="30000"/>
      </a:spcBef>
      <a:spcAft>
        <a:spcPts val="0"/>
      </a:spcAft>
      <a:buNone/>
      <a:defRPr sz="1200" kern="1200">
        <a:solidFill>
          <a:schemeClr val="tx1"/>
        </a:solidFill>
        <a:latin typeface="Arial" pitchFamily="34" charset="0"/>
        <a:ea typeface="宋体" pitchFamily="2" charset="-122"/>
        <a:cs typeface="Calibri" pitchFamily="34" charset="0"/>
      </a:defRPr>
    </a:lvl3pPr>
    <a:lvl4pPr marL="1371600" indent="0" algn="l" defTabSz="914400" eaLnBrk="0" fontAlgn="base" hangingPunct="0">
      <a:spcBef>
        <a:spcPct val="30000"/>
      </a:spcBef>
      <a:spcAft>
        <a:spcPts val="0"/>
      </a:spcAft>
      <a:buNone/>
      <a:defRPr sz="1200" kern="1200">
        <a:solidFill>
          <a:schemeClr val="tx1"/>
        </a:solidFill>
        <a:latin typeface="Arial" pitchFamily="34" charset="0"/>
        <a:ea typeface="宋体" pitchFamily="2" charset="-122"/>
        <a:cs typeface="Calibri" pitchFamily="34" charset="0"/>
      </a:defRPr>
    </a:lvl4pPr>
    <a:lvl5pPr marL="1828800" indent="0" algn="l" defTabSz="914400" eaLnBrk="0" fontAlgn="base" hangingPunct="0">
      <a:spcBef>
        <a:spcPct val="30000"/>
      </a:spcBef>
      <a:spcAft>
        <a:spcPts val="0"/>
      </a:spcAft>
      <a:buNone/>
      <a:defRPr sz="1200" kern="1200">
        <a:solidFill>
          <a:schemeClr val="tx1"/>
        </a:solidFill>
        <a:latin typeface="Arial" pitchFamily="34" charset="0"/>
        <a:ea typeface="宋体" pitchFamily="2" charset="-122"/>
        <a:cs typeface="Calibri" pitchFamily="34" charset="0"/>
      </a:defRPr>
    </a:lvl5pPr>
    <a:lvl6pPr marL="2286000" indent="0" algn="l" defTabSz="914400" eaLnBrk="1" fontAlgn="auto" latinLnBrk="0" hangingPunct="1">
      <a:buNone/>
      <a:defRPr sz="1200" kern="1200">
        <a:solidFill>
          <a:schemeClr val="tx1"/>
        </a:solidFill>
        <a:latin typeface="Calibri" pitchFamily="34" charset="0"/>
        <a:ea typeface="宋体" pitchFamily="2" charset="-122"/>
        <a:cs typeface="Calibri" pitchFamily="34" charset="0"/>
      </a:defRPr>
    </a:lvl6pPr>
    <a:lvl7pPr marL="2743200" indent="0" algn="l" defTabSz="914400" eaLnBrk="1" fontAlgn="auto" latinLnBrk="0" hangingPunct="1">
      <a:buNone/>
      <a:defRPr sz="1200" kern="1200">
        <a:solidFill>
          <a:schemeClr val="tx1"/>
        </a:solidFill>
        <a:latin typeface="Calibri" pitchFamily="34" charset="0"/>
        <a:ea typeface="宋体" pitchFamily="2" charset="-122"/>
        <a:cs typeface="Calibri" pitchFamily="34" charset="0"/>
      </a:defRPr>
    </a:lvl7pPr>
    <a:lvl8pPr marL="3200400" indent="0" algn="l" defTabSz="914400" eaLnBrk="1" fontAlgn="auto" latinLnBrk="0" hangingPunct="1">
      <a:buNone/>
      <a:defRPr sz="1200" kern="1200">
        <a:solidFill>
          <a:schemeClr val="tx1"/>
        </a:solidFill>
        <a:latin typeface="Calibri" pitchFamily="34" charset="0"/>
        <a:ea typeface="宋体" pitchFamily="2" charset="-122"/>
        <a:cs typeface="Calibri" pitchFamily="34" charset="0"/>
      </a:defRPr>
    </a:lvl8pPr>
    <a:lvl9pPr marL="3200400" indent="0" algn="l" defTabSz="914400" eaLnBrk="1" fontAlgn="auto" latinLnBrk="0" hangingPunct="1">
      <a:buNone/>
      <a:defRPr sz="1200" kern="1200">
        <a:solidFill>
          <a:schemeClr val="tx1"/>
        </a:solidFill>
        <a:latin typeface="Calibri" pitchFamily="34" charset="0"/>
        <a:ea typeface="宋体" pitchFamily="2" charset="-122"/>
        <a:cs typeface="Calibri" pitchFamily="34" charset="0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2D88E9-811B-14A1-95D9-4BF5644D74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>
            <a:extLst>
              <a:ext uri="{FF2B5EF4-FFF2-40B4-BE49-F238E27FC236}">
                <a16:creationId xmlns:a16="http://schemas.microsoft.com/office/drawing/2014/main" id="{52A4D968-78C9-ECE3-B04C-A7F6BA5137B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文本框">
            <a:extLst>
              <a:ext uri="{FF2B5EF4-FFF2-40B4-BE49-F238E27FC236}">
                <a16:creationId xmlns:a16="http://schemas.microsoft.com/office/drawing/2014/main" id="{6AE635EC-0758-B014-4975-FB25D2DEC7B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9" name="文本框">
            <a:extLst>
              <a:ext uri="{FF2B5EF4-FFF2-40B4-BE49-F238E27FC236}">
                <a16:creationId xmlns:a16="http://schemas.microsoft.com/office/drawing/2014/main" id="{ACF8B8A6-B9E1-F8AF-FDBA-75A87A53E4A9}"/>
              </a:ext>
            </a:extLst>
          </p:cNvPr>
          <p:cNvSpPr>
            <a:spLocks noGrp="1"/>
          </p:cNvSpPr>
          <p:nvPr>
            <p:ph type="sldNum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91440" tIns="45720" rIns="91440" bIns="45720" anchor="b" anchorCtr="0">
            <a:prstTxWarp prst="textNoShape">
              <a:avLst/>
            </a:prstTxWarp>
          </a:bodyPr>
          <a:lstStyle/>
          <a:p>
            <a:pPr algn="r"/>
            <a:fld id="{CAD2D6BD-DE1B-4B5F-8B41-2702339687B9}" type="slidenum">
              <a:rPr lang="en-US" altLang="zh-CN" sz="1800" u="none" strike="noStrike" kern="1200" cap="none" spc="0" baseline="0">
                <a:solidFill>
                  <a:schemeClr val="tx1"/>
                </a:solidFill>
                <a:latin typeface="Calibri" pitchFamily="34" charset="0"/>
                <a:ea typeface="宋体" pitchFamily="2" charset="-122"/>
                <a:cs typeface="Calibri" pitchFamily="34" charset="0"/>
              </a:rPr>
              <a:pPr algn="r"/>
              <a:t>2</a:t>
            </a:fld>
            <a:endParaRPr lang="zh-CN" altLang="en-US" sz="1200">
              <a:latin typeface="Calibri" pitchFamily="34" charset="0"/>
              <a:ea typeface="宋体" pitchFamily="2" charset="-122"/>
              <a:cs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3462144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406A26-0EB3-F96D-9C4C-31D2DE4D01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>
            <a:extLst>
              <a:ext uri="{FF2B5EF4-FFF2-40B4-BE49-F238E27FC236}">
                <a16:creationId xmlns:a16="http://schemas.microsoft.com/office/drawing/2014/main" id="{2789DC6D-23C5-416E-B24B-ACFE114D877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文本框">
            <a:extLst>
              <a:ext uri="{FF2B5EF4-FFF2-40B4-BE49-F238E27FC236}">
                <a16:creationId xmlns:a16="http://schemas.microsoft.com/office/drawing/2014/main" id="{7D3C7681-0E3A-9601-E2F8-05E1139A4F7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9" name="文本框">
            <a:extLst>
              <a:ext uri="{FF2B5EF4-FFF2-40B4-BE49-F238E27FC236}">
                <a16:creationId xmlns:a16="http://schemas.microsoft.com/office/drawing/2014/main" id="{DF41AE7A-559D-1C59-C3AA-C302D59E0434}"/>
              </a:ext>
            </a:extLst>
          </p:cNvPr>
          <p:cNvSpPr>
            <a:spLocks noGrp="1"/>
          </p:cNvSpPr>
          <p:nvPr>
            <p:ph type="sldNum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91440" tIns="45720" rIns="91440" bIns="45720" anchor="b" anchorCtr="0">
            <a:prstTxWarp prst="textNoShape">
              <a:avLst/>
            </a:prstTxWarp>
          </a:bodyPr>
          <a:lstStyle/>
          <a:p>
            <a:pPr algn="r"/>
            <a:fld id="{CAD2D6BD-DE1B-4B5F-8B41-2702339687B9}" type="slidenum">
              <a:rPr lang="en-US" altLang="zh-CN" sz="1800" u="none" strike="noStrike" kern="1200" cap="none" spc="0" baseline="0">
                <a:solidFill>
                  <a:schemeClr val="tx1"/>
                </a:solidFill>
                <a:latin typeface="Calibri" pitchFamily="34" charset="0"/>
                <a:ea typeface="宋体" pitchFamily="2" charset="-122"/>
                <a:cs typeface="Calibri" pitchFamily="34" charset="0"/>
              </a:rPr>
              <a:pPr algn="r"/>
              <a:t>3</a:t>
            </a:fld>
            <a:endParaRPr lang="zh-CN" altLang="en-US" sz="1200">
              <a:latin typeface="Calibri" pitchFamily="34" charset="0"/>
              <a:ea typeface="宋体" pitchFamily="2" charset="-122"/>
              <a:cs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4042077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6A1287-6D25-5191-EE85-069ED3E742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>
            <a:extLst>
              <a:ext uri="{FF2B5EF4-FFF2-40B4-BE49-F238E27FC236}">
                <a16:creationId xmlns:a16="http://schemas.microsoft.com/office/drawing/2014/main" id="{95C77CDE-BA2E-7BE6-64E7-7E8559DE468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文本框">
            <a:extLst>
              <a:ext uri="{FF2B5EF4-FFF2-40B4-BE49-F238E27FC236}">
                <a16:creationId xmlns:a16="http://schemas.microsoft.com/office/drawing/2014/main" id="{A7E7C677-3D43-3A85-3BBF-9B380F88CD0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9" name="文本框">
            <a:extLst>
              <a:ext uri="{FF2B5EF4-FFF2-40B4-BE49-F238E27FC236}">
                <a16:creationId xmlns:a16="http://schemas.microsoft.com/office/drawing/2014/main" id="{F1167EAE-D886-A80C-76DD-1A46B35231DE}"/>
              </a:ext>
            </a:extLst>
          </p:cNvPr>
          <p:cNvSpPr>
            <a:spLocks noGrp="1"/>
          </p:cNvSpPr>
          <p:nvPr>
            <p:ph type="sldNum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91440" tIns="45720" rIns="91440" bIns="45720" anchor="b" anchorCtr="0">
            <a:prstTxWarp prst="textNoShape">
              <a:avLst/>
            </a:prstTxWarp>
          </a:bodyPr>
          <a:lstStyle/>
          <a:p>
            <a:pPr algn="r"/>
            <a:fld id="{CAD2D6BD-DE1B-4B5F-8B41-2702339687B9}" type="slidenum">
              <a:rPr lang="en-US" altLang="zh-CN" sz="1800" u="none" strike="noStrike" kern="1200" cap="none" spc="0" baseline="0">
                <a:solidFill>
                  <a:schemeClr val="tx1"/>
                </a:solidFill>
                <a:latin typeface="Calibri" pitchFamily="34" charset="0"/>
                <a:ea typeface="宋体" pitchFamily="2" charset="-122"/>
                <a:cs typeface="Calibri" pitchFamily="34" charset="0"/>
              </a:rPr>
              <a:pPr algn="r"/>
              <a:t>4</a:t>
            </a:fld>
            <a:endParaRPr lang="zh-CN" altLang="en-US" sz="1200">
              <a:latin typeface="Calibri" pitchFamily="34" charset="0"/>
              <a:ea typeface="宋体" pitchFamily="2" charset="-122"/>
              <a:cs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600731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ctrTitle"/>
          </p:nvPr>
        </p:nvSpPr>
        <p:spPr>
          <a:xfrm>
            <a:off x="685800" y="1597818"/>
            <a:ext cx="7772400" cy="1102518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subTitle" idx="1"/>
          </p:nvPr>
        </p:nvSpPr>
        <p:spPr>
          <a:xfrm>
            <a:off x="1371600" y="2914649"/>
            <a:ext cx="6400800" cy="1314449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2025/2/13</a:t>
            </a:fld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685796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2025/2/13</a:t>
            </a:fld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993748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2025/2/13</a:t>
            </a:fld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109232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框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2025/2/13</a:t>
            </a:fld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633849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文本框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框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文本框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2025/2/13</a:t>
            </a:fld>
            <a:endParaRPr lang="zh-CN" altLang="en-US"/>
          </a:p>
        </p:txBody>
      </p:sp>
      <p:sp>
        <p:nvSpPr>
          <p:cNvPr id="8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87010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2025/2/13</a:t>
            </a:fld>
            <a:endParaRPr lang="zh-CN" altLang="en-US"/>
          </a:p>
        </p:txBody>
      </p:sp>
      <p:sp>
        <p:nvSpPr>
          <p:cNvPr id="4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72554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2025/2/13</a:t>
            </a:fld>
            <a:endParaRPr lang="zh-CN" altLang="en-US"/>
          </a:p>
        </p:txBody>
      </p:sp>
      <p:sp>
        <p:nvSpPr>
          <p:cNvPr id="3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763606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框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2025/2/13</a:t>
            </a:fld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491821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框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2025/2/13</a:t>
            </a:fld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340158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2025/2/13</a:t>
            </a:fld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55769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2025/2/13</a:t>
            </a:fld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1677496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ctrTitle"/>
          </p:nvPr>
        </p:nvSpPr>
        <p:spPr>
          <a:xfrm>
            <a:off x="685800" y="1597818"/>
            <a:ext cx="7772400" cy="1102518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subTitle" idx="1"/>
          </p:nvPr>
        </p:nvSpPr>
        <p:spPr>
          <a:xfrm>
            <a:off x="1371600" y="2914649"/>
            <a:ext cx="6400800" cy="1314449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2025/2/13</a:t>
            </a:fld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0687116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2025/2/13</a:t>
            </a:fld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1408444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2025/2/13</a:t>
            </a:fld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5293898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框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2025/2/13</a:t>
            </a:fld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4380549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文本框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框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文本框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2025/2/13</a:t>
            </a:fld>
            <a:endParaRPr lang="zh-CN" altLang="en-US"/>
          </a:p>
        </p:txBody>
      </p:sp>
      <p:sp>
        <p:nvSpPr>
          <p:cNvPr id="8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9717737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2025/2/13</a:t>
            </a:fld>
            <a:endParaRPr lang="zh-CN" altLang="en-US"/>
          </a:p>
        </p:txBody>
      </p:sp>
      <p:sp>
        <p:nvSpPr>
          <p:cNvPr id="4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3009586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2025/2/13</a:t>
            </a:fld>
            <a:endParaRPr lang="zh-CN" altLang="en-US"/>
          </a:p>
        </p:txBody>
      </p:sp>
      <p:sp>
        <p:nvSpPr>
          <p:cNvPr id="3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0978657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框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2025/2/13</a:t>
            </a:fld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4058520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框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2025/2/13</a:t>
            </a:fld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395814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2025/2/13</a:t>
            </a:fld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150639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2025/2/13</a:t>
            </a:fld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187689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>
          <a:xfrm>
            <a:off x="457200" y="206374"/>
            <a:ext cx="8229600" cy="85725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r>
              <a:rPr lang="zh-CN" altLang="en-US">
                <a:sym typeface="Calibri" pitchFamily="34" charset="0"/>
              </a:rPr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body" idx="1"/>
          </p:nvPr>
        </p:nvSpPr>
        <p:spPr>
          <a:xfrm>
            <a:off x="457200" y="1200150"/>
            <a:ext cx="8229600" cy="3394075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</a:bodyPr>
          <a:lstStyle/>
          <a:p>
            <a:r>
              <a:rPr lang="zh-CN" altLang="en-US">
                <a:sym typeface="Calibri" pitchFamily="34" charset="0"/>
              </a:rPr>
              <a:t>单击此处编辑母版文本样式</a:t>
            </a:r>
            <a:endParaRPr lang="en-US" altLang="zh-CN">
              <a:sym typeface="Calibri" pitchFamily="34" charset="0"/>
            </a:endParaRPr>
          </a:p>
          <a:p>
            <a:pPr lvl="1"/>
            <a:r>
              <a:rPr lang="zh-CN" altLang="en-US">
                <a:sym typeface="Calibri" pitchFamily="34" charset="0"/>
              </a:rPr>
              <a:t>第二级</a:t>
            </a:r>
            <a:endParaRPr lang="en-US" altLang="zh-CN">
              <a:sym typeface="Calibri" pitchFamily="34" charset="0"/>
            </a:endParaRPr>
          </a:p>
          <a:p>
            <a:pPr lvl="2"/>
            <a:r>
              <a:rPr lang="zh-CN" altLang="en-US">
                <a:sym typeface="Calibri" pitchFamily="34" charset="0"/>
              </a:rPr>
              <a:t>第三级</a:t>
            </a:r>
            <a:endParaRPr lang="en-US" altLang="zh-CN">
              <a:sym typeface="Calibri" pitchFamily="34" charset="0"/>
            </a:endParaRPr>
          </a:p>
          <a:p>
            <a:pPr lvl="3"/>
            <a:r>
              <a:rPr lang="zh-CN" altLang="en-US">
                <a:sym typeface="Calibri" pitchFamily="34" charset="0"/>
              </a:rPr>
              <a:t>第四级</a:t>
            </a:r>
            <a:endParaRPr lang="en-US" altLang="zh-CN">
              <a:sym typeface="Calibri" pitchFamily="34" charset="0"/>
            </a:endParaRPr>
          </a:p>
          <a:p>
            <a:pPr lvl="4"/>
            <a:r>
              <a:rPr lang="zh-CN" altLang="en-US">
                <a:sym typeface="Calibri" pitchFamily="34" charset="0"/>
              </a:rPr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19429443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lvl1pPr algn="ctr" defTabSz="914400" eaLnBrk="1" fontAlgn="base" hangingPunct="1">
        <a:spcBef>
          <a:spcPts val="0"/>
        </a:spcBef>
        <a:spcAft>
          <a:spcPts val="0"/>
        </a:spcAft>
        <a:buNone/>
        <a:defRPr sz="3000" b="1">
          <a:solidFill>
            <a:srgbClr val="C94251"/>
          </a:solidFill>
          <a:latin typeface="微软雅黑" charset="0"/>
          <a:ea typeface="微软雅黑" charset="0"/>
          <a:cs typeface="微软雅黑" charset="0"/>
        </a:defRPr>
      </a:lvl1pPr>
    </p:titleStyle>
    <p:bodyStyle>
      <a:lvl1pPr marL="342900" indent="-3429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•"/>
        <a:defRPr sz="2000" b="1">
          <a:solidFill>
            <a:srgbClr val="474747"/>
          </a:solidFill>
          <a:latin typeface="微软雅黑" charset="0"/>
          <a:ea typeface="微软雅黑" charset="0"/>
          <a:cs typeface="微软雅黑" charset="0"/>
        </a:defRPr>
      </a:lvl1pPr>
      <a:lvl2pPr marL="742950" indent="-28575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–"/>
        <a:defRPr sz="1500" b="1">
          <a:solidFill>
            <a:srgbClr val="212121"/>
          </a:solidFill>
          <a:latin typeface="微软雅黑" charset="0"/>
          <a:ea typeface="微软雅黑" charset="0"/>
        </a:defRPr>
      </a:lvl2pPr>
      <a:lvl3pPr marL="1143000" indent="-2286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•"/>
        <a:defRPr sz="1500" b="1">
          <a:solidFill>
            <a:srgbClr val="212121"/>
          </a:solidFill>
          <a:latin typeface="微软雅黑" charset="0"/>
          <a:ea typeface="微软雅黑" charset="0"/>
        </a:defRPr>
      </a:lvl3pPr>
      <a:lvl4pPr marL="1600200" indent="-2286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–"/>
        <a:defRPr sz="1500" b="1">
          <a:solidFill>
            <a:srgbClr val="212121"/>
          </a:solidFill>
          <a:latin typeface="微软雅黑" charset="0"/>
          <a:ea typeface="微软雅黑" charset="0"/>
        </a:defRPr>
      </a:lvl4pPr>
      <a:lvl5pPr marL="2057400" indent="-2286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»"/>
        <a:defRPr sz="1500" b="1">
          <a:solidFill>
            <a:srgbClr val="212121"/>
          </a:solidFill>
          <a:latin typeface="微软雅黑" charset="0"/>
          <a:ea typeface="微软雅黑" charset="0"/>
        </a:defRPr>
      </a:lvl5pPr>
      <a:lvl6pPr marL="2514600" indent="-2286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»"/>
        <a:defRPr sz="1500" b="1">
          <a:solidFill>
            <a:srgbClr val="212121"/>
          </a:solidFill>
          <a:latin typeface="微软雅黑" charset="0"/>
          <a:ea typeface="微软雅黑" charset="0"/>
        </a:defRPr>
      </a:lvl6pPr>
      <a:lvl7pPr marL="2971800" indent="-2286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»"/>
        <a:defRPr sz="1500" b="1">
          <a:solidFill>
            <a:srgbClr val="212121"/>
          </a:solidFill>
          <a:latin typeface="微软雅黑" charset="0"/>
          <a:ea typeface="微软雅黑" charset="0"/>
        </a:defRPr>
      </a:lvl7pPr>
      <a:lvl8pPr marL="3429000" indent="-2286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»"/>
        <a:defRPr sz="1500" b="1">
          <a:solidFill>
            <a:srgbClr val="212121"/>
          </a:solidFill>
          <a:latin typeface="微软雅黑" charset="0"/>
          <a:ea typeface="微软雅黑" charset="0"/>
        </a:defRPr>
      </a:lvl8pPr>
      <a:lvl9pPr marL="3429000" indent="-2286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»"/>
        <a:defRPr sz="1500" b="1">
          <a:solidFill>
            <a:srgbClr val="212121"/>
          </a:solidFill>
          <a:latin typeface="微软雅黑" charset="0"/>
          <a:ea typeface="微软雅黑" charset="0"/>
        </a:defRPr>
      </a:lvl9pPr>
    </p:bodyStyle>
    <p:otherStyle/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框"/>
          <p:cNvSpPr>
            <a:spLocks noGrp="1"/>
          </p:cNvSpPr>
          <p:nvPr>
            <p:ph type="title"/>
          </p:nvPr>
        </p:nvSpPr>
        <p:spPr>
          <a:xfrm>
            <a:off x="457200" y="206374"/>
            <a:ext cx="8229600" cy="85725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11" name="文本框"/>
          <p:cNvSpPr>
            <a:spLocks noGrp="1"/>
          </p:cNvSpPr>
          <p:nvPr>
            <p:ph type="body" idx="1"/>
          </p:nvPr>
        </p:nvSpPr>
        <p:spPr>
          <a:xfrm>
            <a:off x="457200" y="1200150"/>
            <a:ext cx="8229600" cy="3394075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</a:bodyPr>
          <a:lstStyle/>
          <a:p>
            <a:r>
              <a:rPr lang="zh-CN" altLang="en-US" sz="2200">
                <a:solidFill>
                  <a:srgbClr val="212121"/>
                </a:solidFill>
              </a:rPr>
              <a:t>单击此处编辑母版文本样式</a:t>
            </a:r>
            <a:endParaRPr lang="en-US" altLang="zh-CN" sz="2200">
              <a:solidFill>
                <a:srgbClr val="212121"/>
              </a:solidFill>
            </a:endParaRPr>
          </a:p>
          <a:p>
            <a:pPr lvl="1"/>
            <a:r>
              <a:rPr lang="zh-CN" altLang="en-US" sz="2000">
                <a:solidFill>
                  <a:srgbClr val="474747"/>
                </a:solidFill>
              </a:rPr>
              <a:t>第二级</a:t>
            </a:r>
            <a:endParaRPr lang="en-US" altLang="zh-CN" sz="2000">
              <a:solidFill>
                <a:srgbClr val="474747"/>
              </a:solidFill>
            </a:endParaRPr>
          </a:p>
          <a:p>
            <a:pPr lvl="2"/>
            <a:r>
              <a:rPr lang="zh-CN" altLang="en-US"/>
              <a:t>第三级</a:t>
            </a:r>
            <a:endParaRPr lang="en-US" altLang="zh-CN"/>
          </a:p>
          <a:p>
            <a:pPr lvl="3"/>
            <a:r>
              <a:rPr lang="zh-CN" altLang="en-US"/>
              <a:t>第四级</a:t>
            </a:r>
            <a:endParaRPr lang="en-US" altLang="zh-CN"/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21280372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61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</p:sldLayoutIdLst>
  <p:hf sldNum="0" hdr="0" ftr="0" dt="0"/>
  <p:txStyles>
    <p:titleStyle>
      <a:lvl1pPr algn="ctr" defTabSz="914400" eaLnBrk="1" fontAlgn="base" hangingPunct="1">
        <a:spcBef>
          <a:spcPts val="0"/>
        </a:spcBef>
        <a:spcAft>
          <a:spcPts val="0"/>
        </a:spcAft>
        <a:buNone/>
        <a:defRPr sz="3000" b="1">
          <a:solidFill>
            <a:srgbClr val="C94251"/>
          </a:solidFill>
          <a:latin typeface="微软雅黑" charset="0"/>
          <a:ea typeface="微软雅黑" charset="0"/>
          <a:cs typeface="微软雅黑" charset="0"/>
        </a:defRPr>
      </a:lvl1pPr>
    </p:titleStyle>
    <p:bodyStyle>
      <a:lvl1pPr marL="342900" indent="-3429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•"/>
        <a:defRPr sz="2000" b="1">
          <a:solidFill>
            <a:srgbClr val="474747"/>
          </a:solidFill>
          <a:latin typeface="微软雅黑" charset="0"/>
          <a:ea typeface="微软雅黑" charset="0"/>
          <a:cs typeface="微软雅黑" charset="0"/>
        </a:defRPr>
      </a:lvl1pPr>
      <a:lvl2pPr marL="742950" indent="-28575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–"/>
        <a:defRPr sz="1500" b="1">
          <a:solidFill>
            <a:srgbClr val="212121"/>
          </a:solidFill>
          <a:latin typeface="微软雅黑" charset="0"/>
          <a:ea typeface="微软雅黑" charset="0"/>
        </a:defRPr>
      </a:lvl2pPr>
      <a:lvl3pPr marL="1143000" indent="-2286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•"/>
        <a:defRPr sz="1500" b="1">
          <a:solidFill>
            <a:srgbClr val="212121"/>
          </a:solidFill>
          <a:latin typeface="微软雅黑" charset="0"/>
          <a:ea typeface="微软雅黑" charset="0"/>
        </a:defRPr>
      </a:lvl3pPr>
      <a:lvl4pPr marL="1600200" indent="-2286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–"/>
        <a:defRPr sz="1500" b="1">
          <a:solidFill>
            <a:srgbClr val="212121"/>
          </a:solidFill>
          <a:latin typeface="微软雅黑" charset="0"/>
          <a:ea typeface="微软雅黑" charset="0"/>
        </a:defRPr>
      </a:lvl4pPr>
      <a:lvl5pPr marL="2057400" indent="-2286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»"/>
        <a:defRPr sz="1500" b="1">
          <a:solidFill>
            <a:srgbClr val="212121"/>
          </a:solidFill>
          <a:latin typeface="微软雅黑" charset="0"/>
          <a:ea typeface="微软雅黑" charset="0"/>
        </a:defRPr>
      </a:lvl5pPr>
      <a:lvl6pPr marL="2514600" indent="-2286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»"/>
        <a:defRPr sz="1500" b="1">
          <a:solidFill>
            <a:srgbClr val="212121"/>
          </a:solidFill>
          <a:latin typeface="微软雅黑" charset="0"/>
          <a:ea typeface="微软雅黑" charset="0"/>
        </a:defRPr>
      </a:lvl6pPr>
      <a:lvl7pPr marL="2971800" indent="-2286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»"/>
        <a:defRPr sz="1500" b="1">
          <a:solidFill>
            <a:srgbClr val="212121"/>
          </a:solidFill>
          <a:latin typeface="微软雅黑" charset="0"/>
          <a:ea typeface="微软雅黑" charset="0"/>
        </a:defRPr>
      </a:lvl7pPr>
      <a:lvl8pPr marL="3429000" indent="-2286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»"/>
        <a:defRPr sz="1500" b="1">
          <a:solidFill>
            <a:srgbClr val="212121"/>
          </a:solidFill>
          <a:latin typeface="微软雅黑" charset="0"/>
          <a:ea typeface="微软雅黑" charset="0"/>
        </a:defRPr>
      </a:lvl8pPr>
      <a:lvl9pPr marL="3429000" indent="-2286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»"/>
        <a:defRPr sz="1500" b="1">
          <a:solidFill>
            <a:srgbClr val="212121"/>
          </a:solidFill>
          <a:latin typeface="微软雅黑" charset="0"/>
          <a:ea typeface="微软雅黑" charset="0"/>
        </a:defRPr>
      </a:lvl9pPr>
    </p:bodyStyle>
    <p:otherStyle/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"/>
          <p:cNvSpPr>
            <a:spLocks/>
          </p:cNvSpPr>
          <p:nvPr/>
        </p:nvSpPr>
        <p:spPr>
          <a:xfrm>
            <a:off x="0" y="2283718"/>
            <a:ext cx="9144000" cy="553998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  <a:spAutoFit/>
          </a:bodyPr>
          <a:lstStyle/>
          <a:p>
            <a:pPr algn="ctr"/>
            <a:r>
              <a:rPr lang="zh-CN" altLang="en-US" sz="3000" b="1" kern="0" dirty="0">
                <a:solidFill>
                  <a:srgbClr val="C9394A"/>
                </a:solidFill>
                <a:latin typeface="微软雅黑" charset="0"/>
                <a:ea typeface="微软雅黑" charset="0"/>
                <a:cs typeface="微软雅黑" charset="0"/>
                <a:sym typeface="Calibri" pitchFamily="34" charset="0"/>
              </a:rPr>
              <a:t>练习：贝叶斯概率</a:t>
            </a:r>
            <a:endParaRPr lang="en-US" altLang="zh-CN" sz="3000" b="1" kern="0" dirty="0">
              <a:solidFill>
                <a:srgbClr val="C9394A"/>
              </a:solidFill>
              <a:latin typeface="微软雅黑" charset="0"/>
              <a:ea typeface="微软雅黑" charset="0"/>
              <a:cs typeface="微软雅黑" charset="0"/>
              <a:sym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502365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72751E-6367-46F7-029F-D226F65CD0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">
            <a:extLst>
              <a:ext uri="{FF2B5EF4-FFF2-40B4-BE49-F238E27FC236}">
                <a16:creationId xmlns:a16="http://schemas.microsoft.com/office/drawing/2014/main" id="{47CA910D-CBE2-8BE7-3D85-8E03CCC41D42}"/>
              </a:ext>
            </a:extLst>
          </p:cNvPr>
          <p:cNvSpPr>
            <a:spLocks/>
          </p:cNvSpPr>
          <p:nvPr/>
        </p:nvSpPr>
        <p:spPr>
          <a:xfrm>
            <a:off x="3517939" y="577890"/>
            <a:ext cx="2108269" cy="553998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none" lIns="91440" tIns="45720" rIns="91440" bIns="45720" anchor="t" anchorCtr="0">
            <a:prstTxWarp prst="textNoShape">
              <a:avLst/>
            </a:prstTxWarp>
            <a:spAutoFit/>
          </a:bodyPr>
          <a:lstStyle/>
          <a:p>
            <a:pPr algn="ctr"/>
            <a:r>
              <a:rPr lang="zh-CN" altLang="en-US" sz="3000" b="1" kern="0" dirty="0">
                <a:solidFill>
                  <a:srgbClr val="C9394A"/>
                </a:solidFill>
                <a:latin typeface="微软雅黑" charset="0"/>
                <a:ea typeface="微软雅黑" charset="0"/>
                <a:cs typeface="微软雅黑" charset="0"/>
                <a:sym typeface="Calibri" pitchFamily="34" charset="0"/>
              </a:rPr>
              <a:t>贝叶斯概率</a:t>
            </a:r>
            <a:endParaRPr lang="zh-CN" altLang="en-US" sz="3000" b="1" u="none" strike="noStrike" kern="0" cap="none" spc="0" baseline="0" dirty="0">
              <a:solidFill>
                <a:srgbClr val="C9394A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DD3AB3F-8901-8DCA-4DA8-DFA9B12A2A49}"/>
              </a:ext>
            </a:extLst>
          </p:cNvPr>
          <p:cNvSpPr txBox="1"/>
          <p:nvPr/>
        </p:nvSpPr>
        <p:spPr>
          <a:xfrm>
            <a:off x="899592" y="1419622"/>
            <a:ext cx="7272858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r>
              <a:rPr lang="zh-CN" altLang="en-US" sz="2000" b="0" i="0" dirty="0">
                <a:solidFill>
                  <a:srgbClr val="374151"/>
                </a:solidFill>
                <a:effectLst/>
                <a:latin typeface="ui-sans-serif"/>
              </a:rPr>
              <a:t>假设某种疾病的发病率是</a:t>
            </a:r>
            <a:r>
              <a:rPr lang="en-US" altLang="zh-CN" sz="2000" b="0" i="0" dirty="0">
                <a:solidFill>
                  <a:srgbClr val="374151"/>
                </a:solidFill>
                <a:effectLst/>
                <a:latin typeface="ui-sans-serif"/>
              </a:rPr>
              <a:t>1%</a:t>
            </a:r>
            <a:r>
              <a:rPr lang="zh-CN" altLang="en-US" sz="2000" b="0" i="0" dirty="0">
                <a:solidFill>
                  <a:srgbClr val="374151"/>
                </a:solidFill>
                <a:effectLst/>
                <a:latin typeface="ui-sans-serif"/>
              </a:rPr>
              <a:t>，有一种检测方法，对于真正患病的人有</a:t>
            </a:r>
            <a:r>
              <a:rPr lang="en-US" altLang="zh-CN" sz="2000" b="0" i="0" dirty="0">
                <a:solidFill>
                  <a:srgbClr val="374151"/>
                </a:solidFill>
                <a:effectLst/>
                <a:latin typeface="ui-sans-serif"/>
              </a:rPr>
              <a:t>99%</a:t>
            </a:r>
            <a:r>
              <a:rPr lang="zh-CN" altLang="en-US" sz="2000" b="0" i="0" dirty="0">
                <a:solidFill>
                  <a:srgbClr val="374151"/>
                </a:solidFill>
                <a:effectLst/>
                <a:latin typeface="ui-sans-serif"/>
              </a:rPr>
              <a:t>的准确率（即检测为阳性），对于未患病的人有</a:t>
            </a:r>
            <a:r>
              <a:rPr lang="en-US" altLang="zh-CN" sz="2000" b="0" i="0" dirty="0">
                <a:solidFill>
                  <a:srgbClr val="374151"/>
                </a:solidFill>
                <a:effectLst/>
                <a:latin typeface="ui-sans-serif"/>
              </a:rPr>
              <a:t>95%</a:t>
            </a:r>
            <a:r>
              <a:rPr lang="zh-CN" altLang="en-US" sz="2000" b="0" i="0" dirty="0">
                <a:solidFill>
                  <a:srgbClr val="374151"/>
                </a:solidFill>
                <a:effectLst/>
                <a:latin typeface="ui-sans-serif"/>
              </a:rPr>
              <a:t>的准确率（即检测为阴性）。现在某人检测为阳性，求此人真正患病的概率。</a:t>
            </a:r>
            <a:endParaRPr lang="en-US" altLang="zh-CN" sz="2000" b="0" i="0" dirty="0">
              <a:solidFill>
                <a:srgbClr val="374151"/>
              </a:solidFill>
              <a:effectLst/>
              <a:latin typeface="ui-sans-serif"/>
            </a:endParaRPr>
          </a:p>
        </p:txBody>
      </p:sp>
    </p:spTree>
    <p:extLst>
      <p:ext uri="{BB962C8B-B14F-4D97-AF65-F5344CB8AC3E}">
        <p14:creationId xmlns:p14="http://schemas.microsoft.com/office/powerpoint/2010/main" val="42824286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8CA442-A46C-3404-E506-64FCFA257A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">
            <a:extLst>
              <a:ext uri="{FF2B5EF4-FFF2-40B4-BE49-F238E27FC236}">
                <a16:creationId xmlns:a16="http://schemas.microsoft.com/office/drawing/2014/main" id="{C84948FC-5D29-A25A-F0B5-F1059E0B466E}"/>
              </a:ext>
            </a:extLst>
          </p:cNvPr>
          <p:cNvSpPr>
            <a:spLocks/>
          </p:cNvSpPr>
          <p:nvPr/>
        </p:nvSpPr>
        <p:spPr>
          <a:xfrm>
            <a:off x="2940859" y="577890"/>
            <a:ext cx="3262432" cy="553998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none" lIns="91440" tIns="45720" rIns="91440" bIns="45720" anchor="t" anchorCtr="0">
            <a:prstTxWarp prst="textNoShape">
              <a:avLst/>
            </a:prstTxWarp>
            <a:spAutoFit/>
          </a:bodyPr>
          <a:lstStyle/>
          <a:p>
            <a:pPr algn="ctr"/>
            <a:r>
              <a:rPr lang="zh-CN" altLang="en-US" sz="3000" b="1" kern="0" dirty="0">
                <a:solidFill>
                  <a:srgbClr val="C9394A"/>
                </a:solidFill>
                <a:latin typeface="微软雅黑" charset="0"/>
                <a:ea typeface="微软雅黑" charset="0"/>
                <a:cs typeface="微软雅黑" charset="0"/>
                <a:sym typeface="Calibri" pitchFamily="34" charset="0"/>
              </a:rPr>
              <a:t>朴素贝叶斯分类器</a:t>
            </a:r>
            <a:endParaRPr lang="zh-CN" altLang="en-US" sz="3000" b="1" u="none" strike="noStrike" kern="0" cap="none" spc="0" baseline="0" dirty="0">
              <a:solidFill>
                <a:srgbClr val="C9394A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B1329F0-69AC-01EE-19A6-980C9A1262C8}"/>
              </a:ext>
            </a:extLst>
          </p:cNvPr>
          <p:cNvSpPr txBox="1"/>
          <p:nvPr/>
        </p:nvSpPr>
        <p:spPr>
          <a:xfrm>
            <a:off x="899592" y="1419622"/>
            <a:ext cx="727285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r>
              <a:rPr lang="en-US" altLang="zh-CN" sz="2000" b="0" i="0" dirty="0" err="1">
                <a:solidFill>
                  <a:srgbClr val="374151"/>
                </a:solidFill>
                <a:effectLst/>
                <a:latin typeface="ui-sans-serif"/>
              </a:rPr>
              <a:t>下面是对</a:t>
            </a:r>
            <a:r>
              <a:rPr lang="zh-CN" altLang="en-US" sz="2000" b="0" i="0" dirty="0">
                <a:solidFill>
                  <a:srgbClr val="374151"/>
                </a:solidFill>
                <a:effectLst/>
                <a:latin typeface="ui-sans-serif"/>
              </a:rPr>
              <a:t>几条</a:t>
            </a:r>
            <a:r>
              <a:rPr lang="en-US" altLang="zh-CN" sz="2000" b="0" i="0" dirty="0" err="1">
                <a:solidFill>
                  <a:srgbClr val="374151"/>
                </a:solidFill>
                <a:effectLst/>
                <a:latin typeface="ui-sans-serif"/>
              </a:rPr>
              <a:t>网评中几个关键词的统计以及对应的</a:t>
            </a:r>
            <a:r>
              <a:rPr lang="zh-CN" altLang="en-US" sz="2000" dirty="0">
                <a:solidFill>
                  <a:srgbClr val="374151"/>
                </a:solidFill>
                <a:latin typeface="ui-sans-serif"/>
              </a:rPr>
              <a:t>分类。实现一个朴素贝叶斯分类器根据下列数据预测一条评价是“好评”或者</a:t>
            </a:r>
            <a:r>
              <a:rPr lang="en-US" altLang="zh-CN" sz="2000" dirty="0">
                <a:solidFill>
                  <a:srgbClr val="374151"/>
                </a:solidFill>
                <a:latin typeface="ui-sans-serif"/>
              </a:rPr>
              <a:t>”</a:t>
            </a:r>
            <a:r>
              <a:rPr lang="zh-CN" altLang="en-US" sz="2000" dirty="0">
                <a:solidFill>
                  <a:srgbClr val="374151"/>
                </a:solidFill>
                <a:latin typeface="ui-sans-serif"/>
              </a:rPr>
              <a:t>差评</a:t>
            </a:r>
            <a:r>
              <a:rPr lang="en-US" altLang="zh-CN" sz="2000" dirty="0">
                <a:solidFill>
                  <a:srgbClr val="374151"/>
                </a:solidFill>
                <a:latin typeface="ui-sans-serif"/>
              </a:rPr>
              <a:t>”</a:t>
            </a:r>
            <a:endParaRPr lang="en-US" altLang="zh-CN" sz="2000" b="0" i="0" dirty="0">
              <a:solidFill>
                <a:srgbClr val="374151"/>
              </a:solidFill>
              <a:effectLst/>
              <a:latin typeface="ui-sans-serif"/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75C2ED07-B3C2-0EF3-EBC9-46E28E87F27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51602935"/>
              </p:ext>
            </p:extLst>
          </p:nvPr>
        </p:nvGraphicFramePr>
        <p:xfrm>
          <a:off x="2478621" y="2423325"/>
          <a:ext cx="4114800" cy="192024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685800">
                  <a:extLst>
                    <a:ext uri="{9D8B030D-6E8A-4147-A177-3AD203B41FA5}">
                      <a16:colId xmlns:a16="http://schemas.microsoft.com/office/drawing/2014/main" val="252123107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877649318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835752757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3155943100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4136807944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87803829"/>
                    </a:ext>
                  </a:extLst>
                </a:gridCol>
              </a:tblGrid>
              <a:tr h="180975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20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好</a:t>
                      </a:r>
                      <a:endParaRPr lang="zh-CN" alt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20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差</a:t>
                      </a:r>
                      <a:endParaRPr lang="zh-CN" alt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20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价格</a:t>
                      </a:r>
                      <a:endParaRPr lang="zh-CN" alt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20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噪音大</a:t>
                      </a:r>
                      <a:endParaRPr lang="zh-CN" alt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20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不实用</a:t>
                      </a:r>
                      <a:endParaRPr lang="zh-CN" alt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20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评价</a:t>
                      </a:r>
                      <a:endParaRPr lang="zh-CN" alt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90600718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y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n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y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n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n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20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好评</a:t>
                      </a:r>
                      <a:endParaRPr lang="zh-CN" altLang="en-US" sz="12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6109029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n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y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n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y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y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20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差评</a:t>
                      </a:r>
                      <a:endParaRPr lang="zh-CN" altLang="en-US" sz="12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34362840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y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n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n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n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n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20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好评</a:t>
                      </a:r>
                      <a:endParaRPr lang="zh-CN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59402613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n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y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y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y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y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20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差评</a:t>
                      </a:r>
                      <a:endParaRPr lang="zh-CN" altLang="en-US" sz="12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34330825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y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n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y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n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n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20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好评</a:t>
                      </a:r>
                      <a:endParaRPr lang="zh-CN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426135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n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y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n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y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y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20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差评</a:t>
                      </a:r>
                      <a:endParaRPr lang="zh-CN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278953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71642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EA4CBB-E7A4-D8DA-9CBD-B5B3B14BD9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">
            <a:extLst>
              <a:ext uri="{FF2B5EF4-FFF2-40B4-BE49-F238E27FC236}">
                <a16:creationId xmlns:a16="http://schemas.microsoft.com/office/drawing/2014/main" id="{B1C6872E-FF1B-C4F9-B060-B7E481A0698C}"/>
              </a:ext>
            </a:extLst>
          </p:cNvPr>
          <p:cNvSpPr>
            <a:spLocks/>
          </p:cNvSpPr>
          <p:nvPr/>
        </p:nvSpPr>
        <p:spPr>
          <a:xfrm>
            <a:off x="2556140" y="577890"/>
            <a:ext cx="4031873" cy="553998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none" lIns="91440" tIns="45720" rIns="91440" bIns="45720" anchor="t" anchorCtr="0">
            <a:prstTxWarp prst="textNoShape">
              <a:avLst/>
            </a:prstTxWarp>
            <a:spAutoFit/>
          </a:bodyPr>
          <a:lstStyle/>
          <a:p>
            <a:pPr algn="ctr"/>
            <a:r>
              <a:rPr lang="zh-CN" altLang="en-US" sz="3000" b="1" kern="0" dirty="0">
                <a:solidFill>
                  <a:srgbClr val="C9394A"/>
                </a:solidFill>
                <a:latin typeface="微软雅黑" charset="0"/>
                <a:ea typeface="微软雅黑" charset="0"/>
                <a:cs typeface="微软雅黑" charset="0"/>
                <a:sym typeface="Calibri" pitchFamily="34" charset="0"/>
              </a:rPr>
              <a:t>高斯朴素贝叶斯分类器</a:t>
            </a:r>
            <a:endParaRPr lang="zh-CN" altLang="en-US" sz="3000" b="1" u="none" strike="noStrike" kern="0" cap="none" spc="0" baseline="0" dirty="0">
              <a:solidFill>
                <a:srgbClr val="C9394A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C669795-4221-BDBC-66FC-72C04D17F7E9}"/>
              </a:ext>
            </a:extLst>
          </p:cNvPr>
          <p:cNvSpPr txBox="1"/>
          <p:nvPr/>
        </p:nvSpPr>
        <p:spPr>
          <a:xfrm>
            <a:off x="899592" y="1419622"/>
            <a:ext cx="727285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r>
              <a:rPr lang="zh-CN" altLang="en-US" sz="2000" b="0" i="0" dirty="0">
                <a:solidFill>
                  <a:srgbClr val="374151"/>
                </a:solidFill>
                <a:effectLst/>
                <a:latin typeface="ui-sans-serif"/>
              </a:rPr>
              <a:t>实现一个高斯朴素贝叶斯分类器，对</a:t>
            </a:r>
            <a:r>
              <a:rPr lang="en-US" altLang="zh-CN" sz="2000" b="0" i="0" dirty="0" err="1">
                <a:solidFill>
                  <a:srgbClr val="374151"/>
                </a:solidFill>
                <a:effectLst/>
                <a:latin typeface="ui-sans-serif"/>
              </a:rPr>
              <a:t>sklearn</a:t>
            </a:r>
            <a:r>
              <a:rPr lang="zh-CN" altLang="en-US" sz="2000" b="0" i="0" dirty="0">
                <a:solidFill>
                  <a:srgbClr val="374151"/>
                </a:solidFill>
                <a:effectLst/>
                <a:latin typeface="ui-sans-serif"/>
              </a:rPr>
              <a:t>里面的鸢尾花数据集进行分类</a:t>
            </a:r>
            <a:endParaRPr lang="en-US" altLang="zh-CN" sz="2000" b="0" i="0" dirty="0">
              <a:solidFill>
                <a:srgbClr val="374151"/>
              </a:solidFill>
              <a:effectLst/>
              <a:latin typeface="ui-sans-serif"/>
            </a:endParaRPr>
          </a:p>
        </p:txBody>
      </p:sp>
    </p:spTree>
    <p:extLst>
      <p:ext uri="{BB962C8B-B14F-4D97-AF65-F5344CB8AC3E}">
        <p14:creationId xmlns:p14="http://schemas.microsoft.com/office/powerpoint/2010/main" val="633722803"/>
      </p:ext>
    </p:extLst>
  </p:cSld>
  <p:clrMapOvr>
    <a:masterClrMapping/>
  </p:clrMapOvr>
</p:sld>
</file>

<file path=ppt/theme/theme1.xml><?xml version="1.0" encoding="utf-8"?>
<a:theme xmlns:a="http://schemas.openxmlformats.org/drawingml/2006/main" name="讲师ppt模板20141215">
  <a:themeElements>
    <a:clrScheme name="讲师ppt模板20141215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FFFFFF"/>
      </a:accent3>
      <a:accent4>
        <a:srgbClr val="000000"/>
      </a:accent4>
      <a:accent5>
        <a:srgbClr val="B2C1DB"/>
      </a:accent5>
      <a:accent6>
        <a:srgbClr val="AE4845"/>
      </a:accent6>
      <a:hlink>
        <a:srgbClr val="0000FF"/>
      </a:hlink>
      <a:folHlink>
        <a:srgbClr val="800080"/>
      </a:folHlink>
    </a:clrScheme>
    <a:fontScheme name="讲师ppt模板20141215">
      <a:majorFont>
        <a:latin typeface=""/>
        <a:ea typeface=""/>
        <a:cs typeface=""/>
      </a:majorFont>
      <a:minorFont>
        <a:latin typeface=""/>
        <a:ea typeface=""/>
        <a:cs typeface=""/>
      </a:minorFont>
    </a:fontScheme>
    <a:fmtScheme name="讲师ppt模板20141215">
      <a:fillStyleLst>
        <a:solidFill>
          <a:schemeClr val="phClr"/>
        </a:solidFill>
        <a:gradFill/>
        <a:gradFill/>
      </a:fillStyleLst>
      <a:lnStyleLst>
        <a:ln/>
        <a:ln/>
        <a:ln/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/>
        <a:gradFill/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讲师ppt模板20141215">
  <a:themeElements>
    <a:clrScheme name="讲师ppt模板20141215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FFFFFF"/>
      </a:accent3>
      <a:accent4>
        <a:srgbClr val="000000"/>
      </a:accent4>
      <a:accent5>
        <a:srgbClr val="B2C1DB"/>
      </a:accent5>
      <a:accent6>
        <a:srgbClr val="AE4845"/>
      </a:accent6>
      <a:hlink>
        <a:srgbClr val="0000FF"/>
      </a:hlink>
      <a:folHlink>
        <a:srgbClr val="800080"/>
      </a:folHlink>
    </a:clrScheme>
    <a:fontScheme name="讲师ppt模板20141215">
      <a:majorFont>
        <a:latin typeface=""/>
        <a:ea typeface=""/>
        <a:cs typeface=""/>
      </a:majorFont>
      <a:minorFont>
        <a:latin typeface=""/>
        <a:ea typeface=""/>
        <a:cs typeface=""/>
      </a:minorFont>
    </a:fontScheme>
    <a:fmtScheme name="讲师ppt模板20141215">
      <a:fillStyleLst>
        <a:solidFill>
          <a:schemeClr val="phClr"/>
        </a:solidFill>
        <a:gradFill/>
        <a:gradFill/>
      </a:fillStyleLst>
      <a:lnStyleLst>
        <a:ln/>
        <a:ln/>
        <a:ln/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/>
        <a:gradFill/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notesMaster1">
  <a:themeElements>
    <a:clrScheme name="notesMaster1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FFFFFF"/>
      </a:accent3>
      <a:accent4>
        <a:srgbClr val="000000"/>
      </a:accent4>
      <a:accent5>
        <a:srgbClr val="B2C1DB"/>
      </a:accent5>
      <a:accent6>
        <a:srgbClr val="AE4845"/>
      </a:accent6>
      <a:hlink>
        <a:srgbClr val="0000FF"/>
      </a:hlink>
      <a:folHlink>
        <a:srgbClr val="800080"/>
      </a:folHlink>
    </a:clrScheme>
    <a:fontScheme name="notesMaster1">
      <a:majorFont>
        <a:latin typeface=""/>
        <a:ea typeface=""/>
        <a:cs typeface=""/>
      </a:majorFont>
      <a:minorFont>
        <a:latin typeface=""/>
        <a:ea typeface=""/>
        <a:cs typeface=""/>
      </a:minorFont>
    </a:fontScheme>
    <a:fmtScheme name="notesMaster1">
      <a:fillStyleLst>
        <a:solidFill>
          <a:schemeClr val="phClr"/>
        </a:solidFill>
        <a:gradFill/>
        <a:gradFill/>
      </a:fillStyleLst>
      <a:lnStyleLst>
        <a:ln/>
        <a:ln/>
        <a:ln/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/>
        <a:gradFill/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Normal.eit</Template>
  <TotalTime>42413</TotalTime>
  <Words>168</Words>
  <Application>Microsoft Office PowerPoint</Application>
  <PresentationFormat>On-screen Show (16:9)</PresentationFormat>
  <Paragraphs>52</Paragraphs>
  <Slides>4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4</vt:i4>
      </vt:variant>
    </vt:vector>
  </HeadingPairs>
  <TitlesOfParts>
    <vt:vector size="10" baseType="lpstr">
      <vt:lpstr>ui-sans-serif</vt:lpstr>
      <vt:lpstr>微软雅黑</vt:lpstr>
      <vt:lpstr>Arial</vt:lpstr>
      <vt:lpstr>Calibri</vt:lpstr>
      <vt:lpstr>讲师ppt模板20141215</vt:lpstr>
      <vt:lpstr>讲师ppt模板20141215</vt:lpstr>
      <vt:lpstr>PowerPoint Presentation</vt:lpstr>
      <vt:lpstr>PowerPoint Presentation</vt:lpstr>
      <vt:lpstr>PowerPoint Presentation</vt:lpstr>
      <vt:lpstr>PowerPoint Presentation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open</dc:creator>
  <cp:lastModifiedBy>Guo, Ying</cp:lastModifiedBy>
  <cp:revision>88</cp:revision>
  <dcterms:created xsi:type="dcterms:W3CDTF">2016-04-25T01:54:29Z</dcterms:created>
  <dcterms:modified xsi:type="dcterms:W3CDTF">2025-02-15T08:56:24Z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2052-9.1.0.4468</vt:lpwstr>
  </property>
</Properties>
</file>