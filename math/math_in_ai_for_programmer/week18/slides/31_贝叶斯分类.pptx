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324" r:id="rId3"/>
    <p:sldId id="35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2024/10/26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贝叶斯概率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贝叶斯定理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高斯朴素贝叶斯分类器</a:t>
            </a: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517872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贝叶斯概率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827584" y="2732057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朴素贝叶斯分类器</a:t>
            </a: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83893</TotalTime>
  <Words>15</Words>
  <Application>Microsoft Office PowerPoint</Application>
  <PresentationFormat>On-screen Show (16:9)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122</cp:revision>
  <dcterms:created xsi:type="dcterms:W3CDTF">2016-04-25T01:54:29Z</dcterms:created>
  <dcterms:modified xsi:type="dcterms:W3CDTF">2024-10-29T01:15:21Z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