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6"/>
  </p:notesMasterIdLst>
  <p:sldIdLst>
    <p:sldId id="324" r:id="rId3"/>
    <p:sldId id="279" r:id="rId4"/>
    <p:sldId id="356" r:id="rId5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2024/11/5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64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C89-27AB-1B6E-77F0-BA6E4DDB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EB8F3EFD-990E-C0E8-03BF-B699A1766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E2DBC22-F8D9-4C7F-CEB2-4ACB2DCA7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384BC969-5D4A-1612-6EE8-E027B45E84AE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025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2024/11/5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手工实现矩阵类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点积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加减</a:t>
            </a: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求行列式</a:t>
            </a:r>
          </a:p>
        </p:txBody>
      </p:sp>
      <p:sp>
        <p:nvSpPr>
          <p:cNvPr id="7" name="矩形"/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转置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/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标量乘除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>
            <a:off x="2940784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矩阵常见操作实现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40BEFB9C-70D6-2A1A-D3AE-DF832C40CE38}"/>
              </a:ext>
            </a:extLst>
          </p:cNvPr>
          <p:cNvSpPr>
            <a:spLocks/>
          </p:cNvSpPr>
          <p:nvPr/>
        </p:nvSpPr>
        <p:spPr>
          <a:xfrm>
            <a:off x="4067944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高斯消元法</a:t>
            </a:r>
            <a:r>
              <a:rPr lang="zh-CN" altLang="en-US" sz="2000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求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逆矩阵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6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D7213-D673-6EB1-E36B-5F4ED3B6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>
            <a:extLst>
              <a:ext uri="{FF2B5EF4-FFF2-40B4-BE49-F238E27FC236}">
                <a16:creationId xmlns:a16="http://schemas.microsoft.com/office/drawing/2014/main" id="{E7758A02-B12C-2810-EC99-D86F55C6439F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393975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构造函数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312AE85A-8E78-E968-F12A-64F80E8570FA}"/>
              </a:ext>
            </a:extLst>
          </p:cNvPr>
          <p:cNvSpPr>
            <a:spLocks/>
          </p:cNvSpPr>
          <p:nvPr/>
        </p:nvSpPr>
        <p:spPr>
          <a:xfrm>
            <a:off x="827584" y="3971865"/>
            <a:ext cx="5184576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@property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注解</a:t>
            </a: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65E7AB18-A9C6-F650-06BF-9F7CA2976443}"/>
              </a:ext>
            </a:extLst>
          </p:cNvPr>
          <p:cNvSpPr>
            <a:spLocks/>
          </p:cNvSpPr>
          <p:nvPr/>
        </p:nvSpPr>
        <p:spPr>
          <a:xfrm>
            <a:off x="3325513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矩阵类的要点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A4D9FDCE-E556-621D-A379-6CB0432E5A5F}"/>
              </a:ext>
            </a:extLst>
          </p:cNvPr>
          <p:cNvSpPr>
            <a:spLocks/>
          </p:cNvSpPr>
          <p:nvPr/>
        </p:nvSpPr>
        <p:spPr>
          <a:xfrm>
            <a:off x="827584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美观打印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404F0F50-487D-B349-67AE-39043A37C959}"/>
              </a:ext>
            </a:extLst>
          </p:cNvPr>
          <p:cNvSpPr>
            <a:spLocks/>
          </p:cNvSpPr>
          <p:nvPr/>
        </p:nvSpPr>
        <p:spPr>
          <a:xfrm>
            <a:off x="827584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操作符重载</a:t>
            </a:r>
          </a:p>
        </p:txBody>
      </p:sp>
    </p:spTree>
    <p:extLst>
      <p:ext uri="{BB962C8B-B14F-4D97-AF65-F5344CB8AC3E}">
        <p14:creationId xmlns:p14="http://schemas.microsoft.com/office/powerpoint/2010/main" val="2852249033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89060</TotalTime>
  <Words>36</Words>
  <Application>Microsoft Office PowerPoint</Application>
  <PresentationFormat>On-screen Show (16:9)</PresentationFormat>
  <Paragraphs>15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126</cp:revision>
  <dcterms:created xsi:type="dcterms:W3CDTF">2016-04-25T01:54:29Z</dcterms:created>
  <dcterms:modified xsi:type="dcterms:W3CDTF">2024-11-06T11:28:32Z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