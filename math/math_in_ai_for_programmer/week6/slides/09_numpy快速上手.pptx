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4"/>
  </p:notesMasterIdLst>
  <p:sldIdLst>
    <p:sldId id="324" r:id="rId3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43" d="100"/>
          <a:sy n="143" d="100"/>
        </p:scale>
        <p:origin x="660" y="108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2024/11/20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Numpy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快速上手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90916</TotalTime>
  <Words>3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128</cp:revision>
  <dcterms:created xsi:type="dcterms:W3CDTF">2016-04-25T01:54:29Z</dcterms:created>
  <dcterms:modified xsi:type="dcterms:W3CDTF">2024-11-20T14:10:10Z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